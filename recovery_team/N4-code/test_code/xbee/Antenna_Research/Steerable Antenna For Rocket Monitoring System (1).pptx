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53617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7788" y="3083395"/>
            <a:ext cx="16212423" cy="281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7788" y="3083395"/>
            <a:ext cx="16212423" cy="281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850" b="0" i="0">
                <a:solidFill>
                  <a:srgbClr val="464880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9613" y="0"/>
            <a:ext cx="17588865" cy="2038985"/>
            <a:chOff x="699613" y="0"/>
            <a:chExt cx="17588865" cy="20389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613" y="0"/>
              <a:ext cx="16881965" cy="201803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33308" y="2019659"/>
              <a:ext cx="17355185" cy="19050"/>
            </a:xfrm>
            <a:custGeom>
              <a:avLst/>
              <a:gdLst/>
              <a:ahLst/>
              <a:cxnLst/>
              <a:rect l="l" t="t" r="r" b="b"/>
              <a:pathLst>
                <a:path w="17355185" h="19050">
                  <a:moveTo>
                    <a:pt x="0" y="19049"/>
                  </a:moveTo>
                  <a:lnTo>
                    <a:pt x="17354690" y="19049"/>
                  </a:lnTo>
                  <a:lnTo>
                    <a:pt x="17354690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6" name="object 6"/>
            <p:cNvSpPr/>
            <p:nvPr/>
          </p:nvSpPr>
          <p:spPr>
            <a:xfrm>
              <a:off x="933308" y="8869264"/>
              <a:ext cx="16729710" cy="1417955"/>
            </a:xfrm>
            <a:custGeom>
              <a:avLst/>
              <a:gdLst/>
              <a:ahLst/>
              <a:cxnLst/>
              <a:rect l="l" t="t" r="r" b="b"/>
              <a:pathLst>
                <a:path w="16729710" h="1417954">
                  <a:moveTo>
                    <a:pt x="0" y="1417735"/>
                  </a:moveTo>
                  <a:lnTo>
                    <a:pt x="16729440" y="1417735"/>
                  </a:lnTo>
                  <a:lnTo>
                    <a:pt x="16729440" y="0"/>
                  </a:lnTo>
                  <a:lnTo>
                    <a:pt x="0" y="0"/>
                  </a:lnTo>
                  <a:lnTo>
                    <a:pt x="0" y="1417735"/>
                  </a:lnTo>
                  <a:close/>
                </a:path>
              </a:pathLst>
            </a:custGeom>
            <a:solidFill>
              <a:srgbClr val="C2B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27641" y="8869264"/>
              <a:ext cx="7014209" cy="1417955"/>
            </a:xfrm>
            <a:custGeom>
              <a:avLst/>
              <a:gdLst/>
              <a:ahLst/>
              <a:cxnLst/>
              <a:rect l="l" t="t" r="r" b="b"/>
              <a:pathLst>
                <a:path w="7014209" h="1417954">
                  <a:moveTo>
                    <a:pt x="7013915" y="1417735"/>
                  </a:moveTo>
                  <a:lnTo>
                    <a:pt x="5428021" y="1417735"/>
                  </a:lnTo>
                  <a:lnTo>
                    <a:pt x="5446117" y="1402491"/>
                  </a:lnTo>
                  <a:lnTo>
                    <a:pt x="5483392" y="1369815"/>
                  </a:lnTo>
                  <a:lnTo>
                    <a:pt x="5519998" y="1336431"/>
                  </a:lnTo>
                  <a:lnTo>
                    <a:pt x="5555924" y="1302353"/>
                  </a:lnTo>
                  <a:lnTo>
                    <a:pt x="5591160" y="1267591"/>
                  </a:lnTo>
                  <a:lnTo>
                    <a:pt x="5625697" y="1232157"/>
                  </a:lnTo>
                  <a:lnTo>
                    <a:pt x="5659524" y="1196064"/>
                  </a:lnTo>
                  <a:lnTo>
                    <a:pt x="5692632" y="1159323"/>
                  </a:lnTo>
                  <a:lnTo>
                    <a:pt x="5725010" y="1121945"/>
                  </a:lnTo>
                  <a:lnTo>
                    <a:pt x="5756650" y="1083944"/>
                  </a:lnTo>
                  <a:lnTo>
                    <a:pt x="5787986" y="1044828"/>
                  </a:lnTo>
                  <a:lnTo>
                    <a:pt x="5818544" y="1005096"/>
                  </a:lnTo>
                  <a:lnTo>
                    <a:pt x="5848316" y="964759"/>
                  </a:lnTo>
                  <a:lnTo>
                    <a:pt x="5877289" y="923831"/>
                  </a:lnTo>
                  <a:lnTo>
                    <a:pt x="5905454" y="882323"/>
                  </a:lnTo>
                  <a:lnTo>
                    <a:pt x="5932801" y="840247"/>
                  </a:lnTo>
                  <a:lnTo>
                    <a:pt x="5959320" y="797617"/>
                  </a:lnTo>
                  <a:lnTo>
                    <a:pt x="5984999" y="754445"/>
                  </a:lnTo>
                  <a:lnTo>
                    <a:pt x="6009829" y="710742"/>
                  </a:lnTo>
                  <a:lnTo>
                    <a:pt x="6033799" y="666521"/>
                  </a:lnTo>
                  <a:lnTo>
                    <a:pt x="6056899" y="621796"/>
                  </a:lnTo>
                  <a:lnTo>
                    <a:pt x="6079119" y="576577"/>
                  </a:lnTo>
                  <a:lnTo>
                    <a:pt x="6100448" y="530877"/>
                  </a:lnTo>
                  <a:lnTo>
                    <a:pt x="6120877" y="484710"/>
                  </a:lnTo>
                  <a:lnTo>
                    <a:pt x="6140394" y="438086"/>
                  </a:lnTo>
                  <a:lnTo>
                    <a:pt x="6158990" y="391019"/>
                  </a:lnTo>
                  <a:lnTo>
                    <a:pt x="6176654" y="343521"/>
                  </a:lnTo>
                  <a:lnTo>
                    <a:pt x="6193376" y="295604"/>
                  </a:lnTo>
                  <a:lnTo>
                    <a:pt x="6209146" y="247280"/>
                  </a:lnTo>
                  <a:lnTo>
                    <a:pt x="6223953" y="198563"/>
                  </a:lnTo>
                  <a:lnTo>
                    <a:pt x="6237787" y="149464"/>
                  </a:lnTo>
                  <a:lnTo>
                    <a:pt x="6250637" y="99995"/>
                  </a:lnTo>
                  <a:lnTo>
                    <a:pt x="6262494" y="50170"/>
                  </a:lnTo>
                  <a:lnTo>
                    <a:pt x="6273347" y="0"/>
                  </a:lnTo>
                  <a:lnTo>
                    <a:pt x="7002762" y="0"/>
                  </a:lnTo>
                  <a:lnTo>
                    <a:pt x="7013915" y="1417735"/>
                  </a:lnTo>
                  <a:close/>
                </a:path>
                <a:path w="7014209" h="1417954">
                  <a:moveTo>
                    <a:pt x="2182640" y="1417735"/>
                  </a:moveTo>
                  <a:lnTo>
                    <a:pt x="0" y="1417735"/>
                  </a:lnTo>
                  <a:lnTo>
                    <a:pt x="3755" y="1412041"/>
                  </a:lnTo>
                  <a:lnTo>
                    <a:pt x="28196" y="1373500"/>
                  </a:lnTo>
                  <a:lnTo>
                    <a:pt x="51948" y="1334506"/>
                  </a:lnTo>
                  <a:lnTo>
                    <a:pt x="75004" y="1295068"/>
                  </a:lnTo>
                  <a:lnTo>
                    <a:pt x="97356" y="1255196"/>
                  </a:lnTo>
                  <a:lnTo>
                    <a:pt x="118997" y="1214899"/>
                  </a:lnTo>
                  <a:lnTo>
                    <a:pt x="139919" y="1174187"/>
                  </a:lnTo>
                  <a:lnTo>
                    <a:pt x="160115" y="1133067"/>
                  </a:lnTo>
                  <a:lnTo>
                    <a:pt x="179576" y="1091551"/>
                  </a:lnTo>
                  <a:lnTo>
                    <a:pt x="198295" y="1049647"/>
                  </a:lnTo>
                  <a:lnTo>
                    <a:pt x="216265" y="1007363"/>
                  </a:lnTo>
                  <a:lnTo>
                    <a:pt x="233477" y="964711"/>
                  </a:lnTo>
                  <a:lnTo>
                    <a:pt x="249925" y="921698"/>
                  </a:lnTo>
                  <a:lnTo>
                    <a:pt x="265600" y="878334"/>
                  </a:lnTo>
                  <a:lnTo>
                    <a:pt x="280495" y="834628"/>
                  </a:lnTo>
                  <a:lnTo>
                    <a:pt x="294602" y="790589"/>
                  </a:lnTo>
                  <a:lnTo>
                    <a:pt x="307914" y="746227"/>
                  </a:lnTo>
                  <a:lnTo>
                    <a:pt x="320422" y="701551"/>
                  </a:lnTo>
                  <a:lnTo>
                    <a:pt x="332120" y="656570"/>
                  </a:lnTo>
                  <a:lnTo>
                    <a:pt x="343000" y="611294"/>
                  </a:lnTo>
                  <a:lnTo>
                    <a:pt x="353053" y="565731"/>
                  </a:lnTo>
                  <a:lnTo>
                    <a:pt x="362273" y="519891"/>
                  </a:lnTo>
                  <a:lnTo>
                    <a:pt x="370651" y="473783"/>
                  </a:lnTo>
                  <a:lnTo>
                    <a:pt x="378181" y="427416"/>
                  </a:lnTo>
                  <a:lnTo>
                    <a:pt x="384854" y="380800"/>
                  </a:lnTo>
                  <a:lnTo>
                    <a:pt x="390662" y="333944"/>
                  </a:lnTo>
                  <a:lnTo>
                    <a:pt x="395598" y="286856"/>
                  </a:lnTo>
                  <a:lnTo>
                    <a:pt x="399655" y="239547"/>
                  </a:lnTo>
                  <a:lnTo>
                    <a:pt x="402825" y="192026"/>
                  </a:lnTo>
                  <a:lnTo>
                    <a:pt x="405100" y="144301"/>
                  </a:lnTo>
                  <a:lnTo>
                    <a:pt x="406472" y="96382"/>
                  </a:lnTo>
                  <a:lnTo>
                    <a:pt x="406934" y="0"/>
                  </a:lnTo>
                  <a:lnTo>
                    <a:pt x="1336736" y="0"/>
                  </a:lnTo>
                  <a:lnTo>
                    <a:pt x="1347289" y="48805"/>
                  </a:lnTo>
                  <a:lnTo>
                    <a:pt x="1358764" y="97223"/>
                  </a:lnTo>
                  <a:lnTo>
                    <a:pt x="1371151" y="145245"/>
                  </a:lnTo>
                  <a:lnTo>
                    <a:pt x="1384438" y="192862"/>
                  </a:lnTo>
                  <a:lnTo>
                    <a:pt x="1398616" y="240065"/>
                  </a:lnTo>
                  <a:lnTo>
                    <a:pt x="1413675" y="286846"/>
                  </a:lnTo>
                  <a:lnTo>
                    <a:pt x="1429603" y="333197"/>
                  </a:lnTo>
                  <a:lnTo>
                    <a:pt x="1446391" y="379108"/>
                  </a:lnTo>
                  <a:lnTo>
                    <a:pt x="1464028" y="424571"/>
                  </a:lnTo>
                  <a:lnTo>
                    <a:pt x="1482504" y="469578"/>
                  </a:lnTo>
                  <a:lnTo>
                    <a:pt x="1501809" y="514119"/>
                  </a:lnTo>
                  <a:lnTo>
                    <a:pt x="1521931" y="558186"/>
                  </a:lnTo>
                  <a:lnTo>
                    <a:pt x="1542861" y="601771"/>
                  </a:lnTo>
                  <a:lnTo>
                    <a:pt x="1564588" y="644865"/>
                  </a:lnTo>
                  <a:lnTo>
                    <a:pt x="1587103" y="687459"/>
                  </a:lnTo>
                  <a:lnTo>
                    <a:pt x="1610393" y="729545"/>
                  </a:lnTo>
                  <a:lnTo>
                    <a:pt x="1634450" y="771114"/>
                  </a:lnTo>
                  <a:lnTo>
                    <a:pt x="1659262" y="812158"/>
                  </a:lnTo>
                  <a:lnTo>
                    <a:pt x="1684820" y="852667"/>
                  </a:lnTo>
                  <a:lnTo>
                    <a:pt x="1711112" y="892633"/>
                  </a:lnTo>
                  <a:lnTo>
                    <a:pt x="1738129" y="932049"/>
                  </a:lnTo>
                  <a:lnTo>
                    <a:pt x="1765860" y="970904"/>
                  </a:lnTo>
                  <a:lnTo>
                    <a:pt x="1794295" y="1009190"/>
                  </a:lnTo>
                  <a:lnTo>
                    <a:pt x="1823424" y="1046899"/>
                  </a:lnTo>
                  <a:lnTo>
                    <a:pt x="1853235" y="1084023"/>
                  </a:lnTo>
                  <a:lnTo>
                    <a:pt x="1883719" y="1120552"/>
                  </a:lnTo>
                  <a:lnTo>
                    <a:pt x="1914865" y="1156477"/>
                  </a:lnTo>
                  <a:lnTo>
                    <a:pt x="1946663" y="1191791"/>
                  </a:lnTo>
                  <a:lnTo>
                    <a:pt x="1979102" y="1226485"/>
                  </a:lnTo>
                  <a:lnTo>
                    <a:pt x="2012173" y="1260550"/>
                  </a:lnTo>
                  <a:lnTo>
                    <a:pt x="2045864" y="1293977"/>
                  </a:lnTo>
                  <a:lnTo>
                    <a:pt x="2080165" y="1326758"/>
                  </a:lnTo>
                  <a:lnTo>
                    <a:pt x="2115066" y="1358884"/>
                  </a:lnTo>
                  <a:lnTo>
                    <a:pt x="2150557" y="1390347"/>
                  </a:lnTo>
                  <a:lnTo>
                    <a:pt x="2182640" y="1417735"/>
                  </a:lnTo>
                  <a:close/>
                </a:path>
                <a:path w="7014209" h="1417954">
                  <a:moveTo>
                    <a:pt x="406934" y="0"/>
                  </a:moveTo>
                  <a:lnTo>
                    <a:pt x="406934" y="48279"/>
                  </a:lnTo>
                  <a:lnTo>
                    <a:pt x="406478" y="0"/>
                  </a:lnTo>
                  <a:lnTo>
                    <a:pt x="406934" y="0"/>
                  </a:lnTo>
                  <a:close/>
                </a:path>
              </a:pathLst>
            </a:custGeom>
            <a:solidFill>
              <a:srgbClr val="BD41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32954" y="8853658"/>
              <a:ext cx="9829800" cy="1433830"/>
            </a:xfrm>
            <a:custGeom>
              <a:avLst/>
              <a:gdLst/>
              <a:ahLst/>
              <a:cxnLst/>
              <a:rect l="l" t="t" r="r" b="b"/>
              <a:pathLst>
                <a:path w="9829800" h="1433829">
                  <a:moveTo>
                    <a:pt x="9248060" y="1433340"/>
                  </a:moveTo>
                  <a:lnTo>
                    <a:pt x="2704161" y="1433340"/>
                  </a:lnTo>
                  <a:lnTo>
                    <a:pt x="2480011" y="15606"/>
                  </a:lnTo>
                  <a:lnTo>
                    <a:pt x="3897450" y="15606"/>
                  </a:lnTo>
                  <a:lnTo>
                    <a:pt x="3897450" y="133"/>
                  </a:lnTo>
                  <a:lnTo>
                    <a:pt x="3936802" y="15605"/>
                  </a:lnTo>
                  <a:lnTo>
                    <a:pt x="5519462" y="647312"/>
                  </a:lnTo>
                  <a:lnTo>
                    <a:pt x="7102123" y="15605"/>
                  </a:lnTo>
                  <a:lnTo>
                    <a:pt x="8836773" y="15605"/>
                  </a:lnTo>
                  <a:lnTo>
                    <a:pt x="9248060" y="1433340"/>
                  </a:lnTo>
                  <a:close/>
                </a:path>
                <a:path w="9829800" h="1433829">
                  <a:moveTo>
                    <a:pt x="3897450" y="133"/>
                  </a:moveTo>
                  <a:lnTo>
                    <a:pt x="3897450" y="15606"/>
                  </a:lnTo>
                  <a:lnTo>
                    <a:pt x="3897110" y="0"/>
                  </a:lnTo>
                  <a:lnTo>
                    <a:pt x="3897450" y="133"/>
                  </a:lnTo>
                  <a:close/>
                </a:path>
                <a:path w="9829800" h="1433829">
                  <a:moveTo>
                    <a:pt x="9829794" y="1121602"/>
                  </a:moveTo>
                  <a:lnTo>
                    <a:pt x="9829794" y="1433340"/>
                  </a:lnTo>
                  <a:lnTo>
                    <a:pt x="9285453" y="1433340"/>
                  </a:lnTo>
                  <a:lnTo>
                    <a:pt x="9829794" y="1121602"/>
                  </a:lnTo>
                  <a:close/>
                </a:path>
                <a:path w="9829800" h="1433829">
                  <a:moveTo>
                    <a:pt x="146917" y="1433340"/>
                  </a:moveTo>
                  <a:lnTo>
                    <a:pt x="24" y="1433340"/>
                  </a:lnTo>
                  <a:lnTo>
                    <a:pt x="0" y="1394369"/>
                  </a:lnTo>
                  <a:lnTo>
                    <a:pt x="146917" y="1433340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0158" y="8868247"/>
              <a:ext cx="5994399" cy="14187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90902" y="8869264"/>
              <a:ext cx="6348336" cy="14177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33308" y="9239249"/>
              <a:ext cx="17355185" cy="19050"/>
            </a:xfrm>
            <a:custGeom>
              <a:avLst/>
              <a:gdLst/>
              <a:ahLst/>
              <a:cxnLst/>
              <a:rect l="l" t="t" r="r" b="b"/>
              <a:pathLst>
                <a:path w="17355185" h="19050">
                  <a:moveTo>
                    <a:pt x="0" y="19049"/>
                  </a:moveTo>
                  <a:lnTo>
                    <a:pt x="17354690" y="19049"/>
                  </a:lnTo>
                  <a:lnTo>
                    <a:pt x="17354690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953265" y="0"/>
              <a:ext cx="335280" cy="10287000"/>
            </a:xfrm>
            <a:custGeom>
              <a:avLst/>
              <a:gdLst/>
              <a:ahLst/>
              <a:cxnLst/>
              <a:rect l="l" t="t" r="r" b="b"/>
              <a:pathLst>
                <a:path w="335280" h="10287000">
                  <a:moveTo>
                    <a:pt x="33473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334735" y="0"/>
                  </a:lnTo>
                  <a:lnTo>
                    <a:pt x="334735" y="10287000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33450" cy="10287000"/>
            </a:xfrm>
            <a:custGeom>
              <a:avLst/>
              <a:gdLst/>
              <a:ahLst/>
              <a:cxnLst/>
              <a:rect l="l" t="t" r="r" b="b"/>
              <a:pathLst>
                <a:path w="933450" h="10287000">
                  <a:moveTo>
                    <a:pt x="0" y="10287000"/>
                  </a:moveTo>
                  <a:lnTo>
                    <a:pt x="0" y="0"/>
                  </a:lnTo>
                  <a:lnTo>
                    <a:pt x="933308" y="0"/>
                  </a:lnTo>
                  <a:lnTo>
                    <a:pt x="93330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3308" y="0"/>
              <a:ext cx="0" cy="10287000"/>
            </a:xfrm>
            <a:custGeom>
              <a:avLst/>
              <a:gdLst/>
              <a:ahLst/>
              <a:cxnLst/>
              <a:rect l="l" t="t" r="r" b="b"/>
              <a:pathLst>
                <a:path h="10287000">
                  <a:moveTo>
                    <a:pt x="0" y="0"/>
                  </a:moveTo>
                  <a:lnTo>
                    <a:pt x="0" y="10286999"/>
                  </a:lnTo>
                </a:path>
              </a:pathLst>
            </a:custGeom>
            <a:ln w="38099">
              <a:solidFill>
                <a:srgbClr val="4648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12700" marR="5080" indent="1137285">
              <a:lnSpc>
                <a:spcPts val="10130"/>
              </a:lnSpc>
              <a:spcBef>
                <a:spcPts val="1875"/>
              </a:spcBef>
            </a:pPr>
            <a:r>
              <a:rPr spc="355" dirty="0"/>
              <a:t>Steerable </a:t>
            </a:r>
            <a:r>
              <a:rPr spc="320" dirty="0"/>
              <a:t>Antenna </a:t>
            </a:r>
            <a:r>
              <a:rPr spc="-130" dirty="0"/>
              <a:t>For </a:t>
            </a:r>
            <a:r>
              <a:rPr spc="-125" dirty="0"/>
              <a:t> </a:t>
            </a:r>
            <a:r>
              <a:rPr spc="140" dirty="0"/>
              <a:t>Rocket</a:t>
            </a:r>
            <a:r>
              <a:rPr spc="-509" dirty="0"/>
              <a:t> </a:t>
            </a:r>
            <a:r>
              <a:rPr spc="20" dirty="0"/>
              <a:t>Monitoring</a:t>
            </a:r>
            <a:r>
              <a:rPr spc="-509" dirty="0"/>
              <a:t> </a:t>
            </a:r>
            <a:r>
              <a:rPr spc="425" dirty="0"/>
              <a:t>System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6000" y="7064201"/>
            <a:ext cx="5217160" cy="9226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710"/>
              </a:spcBef>
            </a:pPr>
            <a:r>
              <a:rPr sz="3200" spc="250" dirty="0">
                <a:solidFill>
                  <a:srgbClr val="464880"/>
                </a:solidFill>
                <a:latin typeface="Verdana"/>
                <a:cs typeface="Verdana"/>
              </a:rPr>
              <a:t>Amos</a:t>
            </a:r>
            <a:r>
              <a:rPr sz="3200" spc="145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285" dirty="0">
                <a:solidFill>
                  <a:srgbClr val="464880"/>
                </a:solidFill>
                <a:latin typeface="Verdana"/>
                <a:cs typeface="Verdana"/>
              </a:rPr>
              <a:t>Kipngetich</a:t>
            </a:r>
            <a:r>
              <a:rPr sz="3200" spc="150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165" dirty="0">
                <a:solidFill>
                  <a:srgbClr val="464880"/>
                </a:solidFill>
                <a:latin typeface="Verdana"/>
                <a:cs typeface="Verdana"/>
              </a:rPr>
              <a:t>Korir </a:t>
            </a:r>
            <a:r>
              <a:rPr sz="3200" spc="-1110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145" dirty="0">
                <a:solidFill>
                  <a:srgbClr val="464880"/>
                </a:solidFill>
                <a:latin typeface="Verdana"/>
                <a:cs typeface="Verdana"/>
              </a:rPr>
              <a:t>Jerry</a:t>
            </a:r>
            <a:r>
              <a:rPr sz="3200" spc="150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260" dirty="0">
                <a:solidFill>
                  <a:srgbClr val="464880"/>
                </a:solidFill>
                <a:latin typeface="Verdana"/>
                <a:cs typeface="Verdana"/>
              </a:rPr>
              <a:t>Joseph</a:t>
            </a:r>
            <a:r>
              <a:rPr sz="3200" spc="155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375" dirty="0">
                <a:solidFill>
                  <a:srgbClr val="464880"/>
                </a:solidFill>
                <a:latin typeface="Verdana"/>
                <a:cs typeface="Verdana"/>
              </a:rPr>
              <a:t>Mumo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93036" y="7064201"/>
            <a:ext cx="4239260" cy="922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94">
              <a:lnSpc>
                <a:spcPts val="3529"/>
              </a:lnSpc>
              <a:spcBef>
                <a:spcPts val="95"/>
              </a:spcBef>
            </a:pPr>
            <a:r>
              <a:rPr sz="3200" spc="295" dirty="0">
                <a:solidFill>
                  <a:srgbClr val="464880"/>
                </a:solidFill>
                <a:latin typeface="Verdana"/>
                <a:cs typeface="Verdana"/>
              </a:rPr>
              <a:t>ENE</a:t>
            </a:r>
            <a:r>
              <a:rPr sz="3200" spc="105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464880"/>
                </a:solidFill>
                <a:latin typeface="Verdana"/>
                <a:cs typeface="Verdana"/>
              </a:rPr>
              <a:t>211-0029/2019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ts val="3535"/>
              </a:lnSpc>
            </a:pPr>
            <a:r>
              <a:rPr sz="3200" spc="20" dirty="0">
                <a:solidFill>
                  <a:srgbClr val="464880"/>
                </a:solidFill>
                <a:latin typeface="Verdana"/>
                <a:cs typeface="Verdana"/>
              </a:rPr>
              <a:t>ENE212-0236/2019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06744" y="7064201"/>
            <a:ext cx="1951989" cy="9226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 indent="4445">
              <a:lnSpc>
                <a:spcPts val="3229"/>
              </a:lnSpc>
              <a:spcBef>
                <a:spcPts val="710"/>
              </a:spcBef>
            </a:pPr>
            <a:r>
              <a:rPr sz="3200" spc="155" dirty="0">
                <a:solidFill>
                  <a:srgbClr val="464880"/>
                </a:solidFill>
                <a:latin typeface="Verdana"/>
                <a:cs typeface="Verdana"/>
              </a:rPr>
              <a:t>(EEE</a:t>
            </a:r>
            <a:r>
              <a:rPr sz="3200" spc="70" dirty="0">
                <a:solidFill>
                  <a:srgbClr val="464880"/>
                </a:solidFill>
                <a:latin typeface="Verdana"/>
                <a:cs typeface="Verdana"/>
              </a:rPr>
              <a:t> LC) </a:t>
            </a:r>
            <a:r>
              <a:rPr sz="3200" spc="-1110" dirty="0">
                <a:solidFill>
                  <a:srgbClr val="464880"/>
                </a:solidFill>
                <a:latin typeface="Verdana"/>
                <a:cs typeface="Verdana"/>
              </a:rPr>
              <a:t> </a:t>
            </a:r>
            <a:r>
              <a:rPr sz="3200" spc="75" dirty="0">
                <a:solidFill>
                  <a:srgbClr val="464880"/>
                </a:solidFill>
                <a:latin typeface="Verdana"/>
                <a:cs typeface="Verdana"/>
              </a:rPr>
              <a:t>(ECE)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2870" y="983074"/>
            <a:ext cx="7690484" cy="12426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844675" marR="5080" indent="-1832610">
              <a:lnSpc>
                <a:spcPts val="4430"/>
              </a:lnSpc>
              <a:spcBef>
                <a:spcPts val="855"/>
              </a:spcBef>
            </a:pPr>
            <a:r>
              <a:rPr sz="4300" b="1" spc="445" dirty="0">
                <a:solidFill>
                  <a:srgbClr val="000000"/>
                </a:solidFill>
                <a:latin typeface="Tahoma"/>
                <a:cs typeface="Tahoma"/>
              </a:rPr>
              <a:t>Problem</a:t>
            </a:r>
            <a:r>
              <a:rPr sz="4300" b="1" spc="5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4300" b="1" spc="415" dirty="0">
                <a:solidFill>
                  <a:srgbClr val="000000"/>
                </a:solidFill>
                <a:latin typeface="Tahoma"/>
                <a:cs typeface="Tahoma"/>
              </a:rPr>
              <a:t>Statement</a:t>
            </a:r>
            <a:r>
              <a:rPr sz="4300" b="1" spc="5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4300" b="1" spc="390" dirty="0">
                <a:solidFill>
                  <a:srgbClr val="000000"/>
                </a:solidFill>
                <a:latin typeface="Tahoma"/>
                <a:cs typeface="Tahoma"/>
              </a:rPr>
              <a:t>and </a:t>
            </a:r>
            <a:r>
              <a:rPr sz="4300" b="1" spc="-12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4300" b="1" spc="385" dirty="0">
                <a:solidFill>
                  <a:srgbClr val="000000"/>
                </a:solidFill>
                <a:latin typeface="Tahoma"/>
                <a:cs typeface="Tahoma"/>
              </a:rPr>
              <a:t>Justification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33943" y="2812842"/>
            <a:ext cx="3002280" cy="2331085"/>
          </a:xfrm>
          <a:custGeom>
            <a:avLst/>
            <a:gdLst/>
            <a:ahLst/>
            <a:cxnLst/>
            <a:rect l="l" t="t" r="r" b="b"/>
            <a:pathLst>
              <a:path w="3002279" h="2331085">
                <a:moveTo>
                  <a:pt x="1500931" y="2330657"/>
                </a:moveTo>
                <a:lnTo>
                  <a:pt x="1447084" y="2329921"/>
                </a:lnTo>
                <a:lnTo>
                  <a:pt x="1393727" y="2327731"/>
                </a:lnTo>
                <a:lnTo>
                  <a:pt x="1340879" y="2324111"/>
                </a:lnTo>
                <a:lnTo>
                  <a:pt x="1288572" y="2319085"/>
                </a:lnTo>
                <a:lnTo>
                  <a:pt x="1236837" y="2312678"/>
                </a:lnTo>
                <a:lnTo>
                  <a:pt x="1185705" y="2304915"/>
                </a:lnTo>
                <a:lnTo>
                  <a:pt x="1135209" y="2295821"/>
                </a:lnTo>
                <a:lnTo>
                  <a:pt x="1085380" y="2285420"/>
                </a:lnTo>
                <a:lnTo>
                  <a:pt x="1036250" y="2273736"/>
                </a:lnTo>
                <a:lnTo>
                  <a:pt x="987851" y="2260795"/>
                </a:lnTo>
                <a:lnTo>
                  <a:pt x="940214" y="2246621"/>
                </a:lnTo>
                <a:lnTo>
                  <a:pt x="893372" y="2231239"/>
                </a:lnTo>
                <a:lnTo>
                  <a:pt x="847356" y="2214673"/>
                </a:lnTo>
                <a:lnTo>
                  <a:pt x="802197" y="2196949"/>
                </a:lnTo>
                <a:lnTo>
                  <a:pt x="757928" y="2178090"/>
                </a:lnTo>
                <a:lnTo>
                  <a:pt x="714580" y="2158121"/>
                </a:lnTo>
                <a:lnTo>
                  <a:pt x="672186" y="2137067"/>
                </a:lnTo>
                <a:lnTo>
                  <a:pt x="630776" y="2114953"/>
                </a:lnTo>
                <a:lnTo>
                  <a:pt x="590382" y="2091803"/>
                </a:lnTo>
                <a:lnTo>
                  <a:pt x="551037" y="2067643"/>
                </a:lnTo>
                <a:lnTo>
                  <a:pt x="512772" y="2042495"/>
                </a:lnTo>
                <a:lnTo>
                  <a:pt x="475618" y="2016386"/>
                </a:lnTo>
                <a:lnTo>
                  <a:pt x="439608" y="1989340"/>
                </a:lnTo>
                <a:lnTo>
                  <a:pt x="404773" y="1961381"/>
                </a:lnTo>
                <a:lnTo>
                  <a:pt x="371145" y="1932535"/>
                </a:lnTo>
                <a:lnTo>
                  <a:pt x="338756" y="1902825"/>
                </a:lnTo>
                <a:lnTo>
                  <a:pt x="307638" y="1872277"/>
                </a:lnTo>
                <a:lnTo>
                  <a:pt x="277821" y="1840915"/>
                </a:lnTo>
                <a:lnTo>
                  <a:pt x="249339" y="1808764"/>
                </a:lnTo>
                <a:lnTo>
                  <a:pt x="222222" y="1775848"/>
                </a:lnTo>
                <a:lnTo>
                  <a:pt x="196503" y="1742193"/>
                </a:lnTo>
                <a:lnTo>
                  <a:pt x="172213" y="1707822"/>
                </a:lnTo>
                <a:lnTo>
                  <a:pt x="149384" y="1672760"/>
                </a:lnTo>
                <a:lnTo>
                  <a:pt x="128047" y="1637032"/>
                </a:lnTo>
                <a:lnTo>
                  <a:pt x="108236" y="1600664"/>
                </a:lnTo>
                <a:lnTo>
                  <a:pt x="89980" y="1563678"/>
                </a:lnTo>
                <a:lnTo>
                  <a:pt x="73312" y="1526100"/>
                </a:lnTo>
                <a:lnTo>
                  <a:pt x="58264" y="1487955"/>
                </a:lnTo>
                <a:lnTo>
                  <a:pt x="44868" y="1449268"/>
                </a:lnTo>
                <a:lnTo>
                  <a:pt x="33154" y="1410062"/>
                </a:lnTo>
                <a:lnTo>
                  <a:pt x="23156" y="1370363"/>
                </a:lnTo>
                <a:lnTo>
                  <a:pt x="14904" y="1330195"/>
                </a:lnTo>
                <a:lnTo>
                  <a:pt x="8431" y="1289583"/>
                </a:lnTo>
                <a:lnTo>
                  <a:pt x="3768" y="1248551"/>
                </a:lnTo>
                <a:lnTo>
                  <a:pt x="947" y="1207125"/>
                </a:lnTo>
                <a:lnTo>
                  <a:pt x="0" y="1165328"/>
                </a:lnTo>
                <a:lnTo>
                  <a:pt x="947" y="1123531"/>
                </a:lnTo>
                <a:lnTo>
                  <a:pt x="3768" y="1082105"/>
                </a:lnTo>
                <a:lnTo>
                  <a:pt x="8431" y="1041073"/>
                </a:lnTo>
                <a:lnTo>
                  <a:pt x="14904" y="1000461"/>
                </a:lnTo>
                <a:lnTo>
                  <a:pt x="23156" y="960293"/>
                </a:lnTo>
                <a:lnTo>
                  <a:pt x="33154" y="920594"/>
                </a:lnTo>
                <a:lnTo>
                  <a:pt x="44868" y="881388"/>
                </a:lnTo>
                <a:lnTo>
                  <a:pt x="58264" y="842701"/>
                </a:lnTo>
                <a:lnTo>
                  <a:pt x="73312" y="804556"/>
                </a:lnTo>
                <a:lnTo>
                  <a:pt x="89980" y="766978"/>
                </a:lnTo>
                <a:lnTo>
                  <a:pt x="108236" y="729993"/>
                </a:lnTo>
                <a:lnTo>
                  <a:pt x="128047" y="693624"/>
                </a:lnTo>
                <a:lnTo>
                  <a:pt x="149384" y="657896"/>
                </a:lnTo>
                <a:lnTo>
                  <a:pt x="172213" y="622835"/>
                </a:lnTo>
                <a:lnTo>
                  <a:pt x="196503" y="588464"/>
                </a:lnTo>
                <a:lnTo>
                  <a:pt x="222222" y="554808"/>
                </a:lnTo>
                <a:lnTo>
                  <a:pt x="249339" y="521892"/>
                </a:lnTo>
                <a:lnTo>
                  <a:pt x="277821" y="489741"/>
                </a:lnTo>
                <a:lnTo>
                  <a:pt x="307638" y="458379"/>
                </a:lnTo>
                <a:lnTo>
                  <a:pt x="338756" y="427831"/>
                </a:lnTo>
                <a:lnTo>
                  <a:pt x="371145" y="398121"/>
                </a:lnTo>
                <a:lnTo>
                  <a:pt x="404773" y="369275"/>
                </a:lnTo>
                <a:lnTo>
                  <a:pt x="439608" y="341316"/>
                </a:lnTo>
                <a:lnTo>
                  <a:pt x="475618" y="314270"/>
                </a:lnTo>
                <a:lnTo>
                  <a:pt x="512772" y="288161"/>
                </a:lnTo>
                <a:lnTo>
                  <a:pt x="551037" y="263014"/>
                </a:lnTo>
                <a:lnTo>
                  <a:pt x="590382" y="238853"/>
                </a:lnTo>
                <a:lnTo>
                  <a:pt x="630776" y="215703"/>
                </a:lnTo>
                <a:lnTo>
                  <a:pt x="672186" y="193589"/>
                </a:lnTo>
                <a:lnTo>
                  <a:pt x="714580" y="172535"/>
                </a:lnTo>
                <a:lnTo>
                  <a:pt x="757928" y="152567"/>
                </a:lnTo>
                <a:lnTo>
                  <a:pt x="802197" y="133708"/>
                </a:lnTo>
                <a:lnTo>
                  <a:pt x="847356" y="115983"/>
                </a:lnTo>
                <a:lnTo>
                  <a:pt x="893372" y="99417"/>
                </a:lnTo>
                <a:lnTo>
                  <a:pt x="940214" y="84035"/>
                </a:lnTo>
                <a:lnTo>
                  <a:pt x="987851" y="69861"/>
                </a:lnTo>
                <a:lnTo>
                  <a:pt x="1036250" y="56920"/>
                </a:lnTo>
                <a:lnTo>
                  <a:pt x="1085380" y="45237"/>
                </a:lnTo>
                <a:lnTo>
                  <a:pt x="1135209" y="34836"/>
                </a:lnTo>
                <a:lnTo>
                  <a:pt x="1185705" y="25741"/>
                </a:lnTo>
                <a:lnTo>
                  <a:pt x="1236837" y="17978"/>
                </a:lnTo>
                <a:lnTo>
                  <a:pt x="1288572" y="11572"/>
                </a:lnTo>
                <a:lnTo>
                  <a:pt x="1340879" y="6546"/>
                </a:lnTo>
                <a:lnTo>
                  <a:pt x="1393727" y="2925"/>
                </a:lnTo>
                <a:lnTo>
                  <a:pt x="1447084" y="735"/>
                </a:lnTo>
                <a:lnTo>
                  <a:pt x="1500906" y="0"/>
                </a:lnTo>
                <a:lnTo>
                  <a:pt x="1554750" y="735"/>
                </a:lnTo>
                <a:lnTo>
                  <a:pt x="1608106" y="2925"/>
                </a:lnTo>
                <a:lnTo>
                  <a:pt x="1660954" y="6546"/>
                </a:lnTo>
                <a:lnTo>
                  <a:pt x="1713261" y="11572"/>
                </a:lnTo>
                <a:lnTo>
                  <a:pt x="1764997" y="17978"/>
                </a:lnTo>
                <a:lnTo>
                  <a:pt x="1816128" y="25741"/>
                </a:lnTo>
                <a:lnTo>
                  <a:pt x="1866624" y="34836"/>
                </a:lnTo>
                <a:lnTo>
                  <a:pt x="1916453" y="45237"/>
                </a:lnTo>
                <a:lnTo>
                  <a:pt x="1965583" y="56920"/>
                </a:lnTo>
                <a:lnTo>
                  <a:pt x="2013982" y="69861"/>
                </a:lnTo>
                <a:lnTo>
                  <a:pt x="2061619" y="84035"/>
                </a:lnTo>
                <a:lnTo>
                  <a:pt x="2108461" y="99417"/>
                </a:lnTo>
                <a:lnTo>
                  <a:pt x="2154477" y="115983"/>
                </a:lnTo>
                <a:lnTo>
                  <a:pt x="2199636" y="133708"/>
                </a:lnTo>
                <a:lnTo>
                  <a:pt x="2243905" y="152567"/>
                </a:lnTo>
                <a:lnTo>
                  <a:pt x="2287253" y="172535"/>
                </a:lnTo>
                <a:lnTo>
                  <a:pt x="2329647" y="193589"/>
                </a:lnTo>
                <a:lnTo>
                  <a:pt x="2371057" y="215703"/>
                </a:lnTo>
                <a:lnTo>
                  <a:pt x="2411451" y="238853"/>
                </a:lnTo>
                <a:lnTo>
                  <a:pt x="2450796" y="263014"/>
                </a:lnTo>
                <a:lnTo>
                  <a:pt x="2489061" y="288161"/>
                </a:lnTo>
                <a:lnTo>
                  <a:pt x="2526215" y="314270"/>
                </a:lnTo>
                <a:lnTo>
                  <a:pt x="2562225" y="341316"/>
                </a:lnTo>
                <a:lnTo>
                  <a:pt x="2597060" y="369275"/>
                </a:lnTo>
                <a:lnTo>
                  <a:pt x="2630688" y="398121"/>
                </a:lnTo>
                <a:lnTo>
                  <a:pt x="2663077" y="427831"/>
                </a:lnTo>
                <a:lnTo>
                  <a:pt x="2694195" y="458379"/>
                </a:lnTo>
                <a:lnTo>
                  <a:pt x="2724012" y="489741"/>
                </a:lnTo>
                <a:lnTo>
                  <a:pt x="2752494" y="521892"/>
                </a:lnTo>
                <a:lnTo>
                  <a:pt x="2779611" y="554808"/>
                </a:lnTo>
                <a:lnTo>
                  <a:pt x="2805330" y="588464"/>
                </a:lnTo>
                <a:lnTo>
                  <a:pt x="2829620" y="622835"/>
                </a:lnTo>
                <a:lnTo>
                  <a:pt x="2852449" y="657896"/>
                </a:lnTo>
                <a:lnTo>
                  <a:pt x="2873785" y="693624"/>
                </a:lnTo>
                <a:lnTo>
                  <a:pt x="2893597" y="729993"/>
                </a:lnTo>
                <a:lnTo>
                  <a:pt x="2911853" y="766978"/>
                </a:lnTo>
                <a:lnTo>
                  <a:pt x="2928521" y="804556"/>
                </a:lnTo>
                <a:lnTo>
                  <a:pt x="2943569" y="842701"/>
                </a:lnTo>
                <a:lnTo>
                  <a:pt x="2956965" y="881388"/>
                </a:lnTo>
                <a:lnTo>
                  <a:pt x="2968678" y="920594"/>
                </a:lnTo>
                <a:lnTo>
                  <a:pt x="2978677" y="960293"/>
                </a:lnTo>
                <a:lnTo>
                  <a:pt x="2986928" y="1000461"/>
                </a:lnTo>
                <a:lnTo>
                  <a:pt x="2993402" y="1041073"/>
                </a:lnTo>
                <a:lnTo>
                  <a:pt x="2998065" y="1082105"/>
                </a:lnTo>
                <a:lnTo>
                  <a:pt x="3000886" y="1123531"/>
                </a:lnTo>
                <a:lnTo>
                  <a:pt x="3001833" y="1165328"/>
                </a:lnTo>
                <a:lnTo>
                  <a:pt x="3000886" y="1207125"/>
                </a:lnTo>
                <a:lnTo>
                  <a:pt x="2998065" y="1248551"/>
                </a:lnTo>
                <a:lnTo>
                  <a:pt x="2993402" y="1289583"/>
                </a:lnTo>
                <a:lnTo>
                  <a:pt x="2986928" y="1330195"/>
                </a:lnTo>
                <a:lnTo>
                  <a:pt x="2978677" y="1370363"/>
                </a:lnTo>
                <a:lnTo>
                  <a:pt x="2968678" y="1410062"/>
                </a:lnTo>
                <a:lnTo>
                  <a:pt x="2956965" y="1449268"/>
                </a:lnTo>
                <a:lnTo>
                  <a:pt x="2943569" y="1487955"/>
                </a:lnTo>
                <a:lnTo>
                  <a:pt x="2928521" y="1526100"/>
                </a:lnTo>
                <a:lnTo>
                  <a:pt x="2911853" y="1563678"/>
                </a:lnTo>
                <a:lnTo>
                  <a:pt x="2893597" y="1600664"/>
                </a:lnTo>
                <a:lnTo>
                  <a:pt x="2873785" y="1637032"/>
                </a:lnTo>
                <a:lnTo>
                  <a:pt x="2852449" y="1672760"/>
                </a:lnTo>
                <a:lnTo>
                  <a:pt x="2829620" y="1707822"/>
                </a:lnTo>
                <a:lnTo>
                  <a:pt x="2805330" y="1742193"/>
                </a:lnTo>
                <a:lnTo>
                  <a:pt x="2779611" y="1775848"/>
                </a:lnTo>
                <a:lnTo>
                  <a:pt x="2752494" y="1808764"/>
                </a:lnTo>
                <a:lnTo>
                  <a:pt x="2724012" y="1840915"/>
                </a:lnTo>
                <a:lnTo>
                  <a:pt x="2694195" y="1872277"/>
                </a:lnTo>
                <a:lnTo>
                  <a:pt x="2663077" y="1902825"/>
                </a:lnTo>
                <a:lnTo>
                  <a:pt x="2630688" y="1932535"/>
                </a:lnTo>
                <a:lnTo>
                  <a:pt x="2597060" y="1961381"/>
                </a:lnTo>
                <a:lnTo>
                  <a:pt x="2562225" y="1989340"/>
                </a:lnTo>
                <a:lnTo>
                  <a:pt x="2526215" y="2016386"/>
                </a:lnTo>
                <a:lnTo>
                  <a:pt x="2489061" y="2042495"/>
                </a:lnTo>
                <a:lnTo>
                  <a:pt x="2450796" y="2067643"/>
                </a:lnTo>
                <a:lnTo>
                  <a:pt x="2411451" y="2091803"/>
                </a:lnTo>
                <a:lnTo>
                  <a:pt x="2371057" y="2114953"/>
                </a:lnTo>
                <a:lnTo>
                  <a:pt x="2329647" y="2137067"/>
                </a:lnTo>
                <a:lnTo>
                  <a:pt x="2287253" y="2158121"/>
                </a:lnTo>
                <a:lnTo>
                  <a:pt x="2243905" y="2178090"/>
                </a:lnTo>
                <a:lnTo>
                  <a:pt x="2199636" y="2196949"/>
                </a:lnTo>
                <a:lnTo>
                  <a:pt x="2154477" y="2214673"/>
                </a:lnTo>
                <a:lnTo>
                  <a:pt x="2108461" y="2231239"/>
                </a:lnTo>
                <a:lnTo>
                  <a:pt x="2061619" y="2246621"/>
                </a:lnTo>
                <a:lnTo>
                  <a:pt x="2013982" y="2260795"/>
                </a:lnTo>
                <a:lnTo>
                  <a:pt x="1965583" y="2273736"/>
                </a:lnTo>
                <a:lnTo>
                  <a:pt x="1916453" y="2285420"/>
                </a:lnTo>
                <a:lnTo>
                  <a:pt x="1866624" y="2295821"/>
                </a:lnTo>
                <a:lnTo>
                  <a:pt x="1816128" y="2304915"/>
                </a:lnTo>
                <a:lnTo>
                  <a:pt x="1764997" y="2312678"/>
                </a:lnTo>
                <a:lnTo>
                  <a:pt x="1713261" y="2319085"/>
                </a:lnTo>
                <a:lnTo>
                  <a:pt x="1660954" y="2324111"/>
                </a:lnTo>
                <a:lnTo>
                  <a:pt x="1608106" y="2327731"/>
                </a:lnTo>
                <a:lnTo>
                  <a:pt x="1554750" y="2329921"/>
                </a:lnTo>
                <a:lnTo>
                  <a:pt x="1500931" y="2330657"/>
                </a:lnTo>
                <a:close/>
              </a:path>
            </a:pathLst>
          </a:custGeom>
          <a:solidFill>
            <a:srgbClr val="EC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98805" y="3625674"/>
            <a:ext cx="1671955" cy="6464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3815" marR="5080" indent="-31750">
              <a:lnSpc>
                <a:spcPts val="2250"/>
              </a:lnSpc>
              <a:spcBef>
                <a:spcPts val="500"/>
              </a:spcBef>
            </a:pPr>
            <a:r>
              <a:rPr sz="2200" b="1" spc="165" dirty="0">
                <a:latin typeface="Tahoma"/>
                <a:cs typeface="Tahoma"/>
              </a:rPr>
              <a:t>T</a:t>
            </a:r>
            <a:r>
              <a:rPr sz="2200" b="1" spc="235" dirty="0">
                <a:latin typeface="Tahoma"/>
                <a:cs typeface="Tahoma"/>
              </a:rPr>
              <a:t>e</a:t>
            </a:r>
            <a:r>
              <a:rPr sz="2200" b="1" spc="150" dirty="0">
                <a:latin typeface="Tahoma"/>
                <a:cs typeface="Tahoma"/>
              </a:rPr>
              <a:t>l</a:t>
            </a:r>
            <a:r>
              <a:rPr sz="2200" b="1" spc="235" dirty="0">
                <a:latin typeface="Tahoma"/>
                <a:cs typeface="Tahoma"/>
              </a:rPr>
              <a:t>e</a:t>
            </a:r>
            <a:r>
              <a:rPr sz="2200" b="1" spc="360" dirty="0">
                <a:latin typeface="Tahoma"/>
                <a:cs typeface="Tahoma"/>
              </a:rPr>
              <a:t>m</a:t>
            </a:r>
            <a:r>
              <a:rPr sz="2200" b="1" spc="235" dirty="0">
                <a:latin typeface="Tahoma"/>
                <a:cs typeface="Tahoma"/>
              </a:rPr>
              <a:t>e</a:t>
            </a:r>
            <a:r>
              <a:rPr sz="2200" b="1" spc="195" dirty="0">
                <a:latin typeface="Tahoma"/>
                <a:cs typeface="Tahoma"/>
              </a:rPr>
              <a:t>t</a:t>
            </a:r>
            <a:r>
              <a:rPr sz="2200" b="1" spc="145" dirty="0">
                <a:latin typeface="Tahoma"/>
                <a:cs typeface="Tahoma"/>
              </a:rPr>
              <a:t>r</a:t>
            </a:r>
            <a:r>
              <a:rPr sz="2200" b="1" spc="30" dirty="0">
                <a:latin typeface="Tahoma"/>
                <a:cs typeface="Tahoma"/>
              </a:rPr>
              <a:t>y  </a:t>
            </a:r>
            <a:r>
              <a:rPr sz="2200" b="1" spc="180" dirty="0">
                <a:latin typeface="Tahoma"/>
                <a:cs typeface="Tahoma"/>
              </a:rPr>
              <a:t>Data</a:t>
            </a:r>
            <a:r>
              <a:rPr sz="2200" b="1" spc="235" dirty="0">
                <a:latin typeface="Tahoma"/>
                <a:cs typeface="Tahoma"/>
              </a:rPr>
              <a:t> </a:t>
            </a:r>
            <a:r>
              <a:rPr sz="2200" b="1" spc="170" dirty="0">
                <a:latin typeface="Tahoma"/>
                <a:cs typeface="Tahoma"/>
              </a:rPr>
              <a:t>Loss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60135" y="2682126"/>
            <a:ext cx="3766820" cy="2592705"/>
          </a:xfrm>
          <a:custGeom>
            <a:avLst/>
            <a:gdLst/>
            <a:ahLst/>
            <a:cxnLst/>
            <a:rect l="l" t="t" r="r" b="b"/>
            <a:pathLst>
              <a:path w="3766820" h="2592704">
                <a:moveTo>
                  <a:pt x="1883881" y="2592089"/>
                </a:moveTo>
                <a:lnTo>
                  <a:pt x="1827312" y="2591516"/>
                </a:lnTo>
                <a:lnTo>
                  <a:pt x="1771175" y="2589809"/>
                </a:lnTo>
                <a:lnTo>
                  <a:pt x="1715475" y="2586982"/>
                </a:lnTo>
                <a:lnTo>
                  <a:pt x="1660235" y="2583053"/>
                </a:lnTo>
                <a:lnTo>
                  <a:pt x="1605480" y="2578037"/>
                </a:lnTo>
                <a:lnTo>
                  <a:pt x="1551232" y="2571950"/>
                </a:lnTo>
                <a:lnTo>
                  <a:pt x="1497514" y="2564808"/>
                </a:lnTo>
                <a:lnTo>
                  <a:pt x="1444351" y="2556628"/>
                </a:lnTo>
                <a:lnTo>
                  <a:pt x="1391765" y="2547425"/>
                </a:lnTo>
                <a:lnTo>
                  <a:pt x="1339779" y="2537216"/>
                </a:lnTo>
                <a:lnTo>
                  <a:pt x="1288417" y="2526016"/>
                </a:lnTo>
                <a:lnTo>
                  <a:pt x="1237702" y="2513842"/>
                </a:lnTo>
                <a:lnTo>
                  <a:pt x="1187658" y="2500709"/>
                </a:lnTo>
                <a:lnTo>
                  <a:pt x="1138307" y="2486633"/>
                </a:lnTo>
                <a:lnTo>
                  <a:pt x="1089674" y="2471632"/>
                </a:lnTo>
                <a:lnTo>
                  <a:pt x="1041781" y="2455720"/>
                </a:lnTo>
                <a:lnTo>
                  <a:pt x="994652" y="2438913"/>
                </a:lnTo>
                <a:lnTo>
                  <a:pt x="948310" y="2421228"/>
                </a:lnTo>
                <a:lnTo>
                  <a:pt x="902778" y="2402682"/>
                </a:lnTo>
                <a:lnTo>
                  <a:pt x="858080" y="2383288"/>
                </a:lnTo>
                <a:lnTo>
                  <a:pt x="814239" y="2363065"/>
                </a:lnTo>
                <a:lnTo>
                  <a:pt x="771278" y="2342028"/>
                </a:lnTo>
                <a:lnTo>
                  <a:pt x="729220" y="2320192"/>
                </a:lnTo>
                <a:lnTo>
                  <a:pt x="688090" y="2297575"/>
                </a:lnTo>
                <a:lnTo>
                  <a:pt x="647910" y="2274191"/>
                </a:lnTo>
                <a:lnTo>
                  <a:pt x="608704" y="2250058"/>
                </a:lnTo>
                <a:lnTo>
                  <a:pt x="570494" y="2225190"/>
                </a:lnTo>
                <a:lnTo>
                  <a:pt x="533304" y="2199605"/>
                </a:lnTo>
                <a:lnTo>
                  <a:pt x="497158" y="2173318"/>
                </a:lnTo>
                <a:lnTo>
                  <a:pt x="462079" y="2146345"/>
                </a:lnTo>
                <a:lnTo>
                  <a:pt x="428090" y="2118702"/>
                </a:lnTo>
                <a:lnTo>
                  <a:pt x="395215" y="2090406"/>
                </a:lnTo>
                <a:lnTo>
                  <a:pt x="363476" y="2061472"/>
                </a:lnTo>
                <a:lnTo>
                  <a:pt x="332897" y="2031916"/>
                </a:lnTo>
                <a:lnTo>
                  <a:pt x="303501" y="2001754"/>
                </a:lnTo>
                <a:lnTo>
                  <a:pt x="275312" y="1971003"/>
                </a:lnTo>
                <a:lnTo>
                  <a:pt x="248354" y="1939679"/>
                </a:lnTo>
                <a:lnTo>
                  <a:pt x="222648" y="1907797"/>
                </a:lnTo>
                <a:lnTo>
                  <a:pt x="198219" y="1875373"/>
                </a:lnTo>
                <a:lnTo>
                  <a:pt x="175090" y="1842424"/>
                </a:lnTo>
                <a:lnTo>
                  <a:pt x="153284" y="1808966"/>
                </a:lnTo>
                <a:lnTo>
                  <a:pt x="132825" y="1775014"/>
                </a:lnTo>
                <a:lnTo>
                  <a:pt x="113736" y="1740585"/>
                </a:lnTo>
                <a:lnTo>
                  <a:pt x="96040" y="1705695"/>
                </a:lnTo>
                <a:lnTo>
                  <a:pt x="79760" y="1670359"/>
                </a:lnTo>
                <a:lnTo>
                  <a:pt x="64920" y="1634595"/>
                </a:lnTo>
                <a:lnTo>
                  <a:pt x="51543" y="1598417"/>
                </a:lnTo>
                <a:lnTo>
                  <a:pt x="39653" y="1561842"/>
                </a:lnTo>
                <a:lnTo>
                  <a:pt x="29273" y="1524886"/>
                </a:lnTo>
                <a:lnTo>
                  <a:pt x="20425" y="1487564"/>
                </a:lnTo>
                <a:lnTo>
                  <a:pt x="13134" y="1449894"/>
                </a:lnTo>
                <a:lnTo>
                  <a:pt x="7422" y="1411891"/>
                </a:lnTo>
                <a:lnTo>
                  <a:pt x="3314" y="1373571"/>
                </a:lnTo>
                <a:lnTo>
                  <a:pt x="832" y="1334950"/>
                </a:lnTo>
                <a:lnTo>
                  <a:pt x="0" y="1296066"/>
                </a:lnTo>
                <a:lnTo>
                  <a:pt x="832" y="1257139"/>
                </a:lnTo>
                <a:lnTo>
                  <a:pt x="3314" y="1218518"/>
                </a:lnTo>
                <a:lnTo>
                  <a:pt x="7422" y="1180198"/>
                </a:lnTo>
                <a:lnTo>
                  <a:pt x="13134" y="1142195"/>
                </a:lnTo>
                <a:lnTo>
                  <a:pt x="20425" y="1104524"/>
                </a:lnTo>
                <a:lnTo>
                  <a:pt x="29273" y="1067203"/>
                </a:lnTo>
                <a:lnTo>
                  <a:pt x="39653" y="1030247"/>
                </a:lnTo>
                <a:lnTo>
                  <a:pt x="51543" y="993672"/>
                </a:lnTo>
                <a:lnTo>
                  <a:pt x="64920" y="957494"/>
                </a:lnTo>
                <a:lnTo>
                  <a:pt x="79760" y="921730"/>
                </a:lnTo>
                <a:lnTo>
                  <a:pt x="96040" y="886394"/>
                </a:lnTo>
                <a:lnTo>
                  <a:pt x="113736" y="851504"/>
                </a:lnTo>
                <a:lnTo>
                  <a:pt x="132825" y="817075"/>
                </a:lnTo>
                <a:lnTo>
                  <a:pt x="153284" y="783123"/>
                </a:lnTo>
                <a:lnTo>
                  <a:pt x="175090" y="749665"/>
                </a:lnTo>
                <a:lnTo>
                  <a:pt x="198219" y="716716"/>
                </a:lnTo>
                <a:lnTo>
                  <a:pt x="222648" y="684292"/>
                </a:lnTo>
                <a:lnTo>
                  <a:pt x="248354" y="652410"/>
                </a:lnTo>
                <a:lnTo>
                  <a:pt x="275312" y="621085"/>
                </a:lnTo>
                <a:lnTo>
                  <a:pt x="303501" y="590334"/>
                </a:lnTo>
                <a:lnTo>
                  <a:pt x="332897" y="560173"/>
                </a:lnTo>
                <a:lnTo>
                  <a:pt x="363476" y="530617"/>
                </a:lnTo>
                <a:lnTo>
                  <a:pt x="395215" y="501683"/>
                </a:lnTo>
                <a:lnTo>
                  <a:pt x="428090" y="473386"/>
                </a:lnTo>
                <a:lnTo>
                  <a:pt x="462079" y="445744"/>
                </a:lnTo>
                <a:lnTo>
                  <a:pt x="497158" y="418771"/>
                </a:lnTo>
                <a:lnTo>
                  <a:pt x="533304" y="392484"/>
                </a:lnTo>
                <a:lnTo>
                  <a:pt x="570494" y="366898"/>
                </a:lnTo>
                <a:lnTo>
                  <a:pt x="608704" y="342031"/>
                </a:lnTo>
                <a:lnTo>
                  <a:pt x="647910" y="317897"/>
                </a:lnTo>
                <a:lnTo>
                  <a:pt x="688090" y="294514"/>
                </a:lnTo>
                <a:lnTo>
                  <a:pt x="729220" y="271896"/>
                </a:lnTo>
                <a:lnTo>
                  <a:pt x="771278" y="250061"/>
                </a:lnTo>
                <a:lnTo>
                  <a:pt x="814239" y="229024"/>
                </a:lnTo>
                <a:lnTo>
                  <a:pt x="858080" y="208800"/>
                </a:lnTo>
                <a:lnTo>
                  <a:pt x="902778" y="189407"/>
                </a:lnTo>
                <a:lnTo>
                  <a:pt x="948310" y="170860"/>
                </a:lnTo>
                <a:lnTo>
                  <a:pt x="994652" y="153176"/>
                </a:lnTo>
                <a:lnTo>
                  <a:pt x="1041781" y="136369"/>
                </a:lnTo>
                <a:lnTo>
                  <a:pt x="1089674" y="120457"/>
                </a:lnTo>
                <a:lnTo>
                  <a:pt x="1138307" y="105455"/>
                </a:lnTo>
                <a:lnTo>
                  <a:pt x="1187658" y="91380"/>
                </a:lnTo>
                <a:lnTo>
                  <a:pt x="1237702" y="78247"/>
                </a:lnTo>
                <a:lnTo>
                  <a:pt x="1288417" y="66073"/>
                </a:lnTo>
                <a:lnTo>
                  <a:pt x="1339779" y="54873"/>
                </a:lnTo>
                <a:lnTo>
                  <a:pt x="1391765" y="44663"/>
                </a:lnTo>
                <a:lnTo>
                  <a:pt x="1444351" y="35461"/>
                </a:lnTo>
                <a:lnTo>
                  <a:pt x="1497514" y="27280"/>
                </a:lnTo>
                <a:lnTo>
                  <a:pt x="1551232" y="20139"/>
                </a:lnTo>
                <a:lnTo>
                  <a:pt x="1605480" y="14052"/>
                </a:lnTo>
                <a:lnTo>
                  <a:pt x="1660235" y="9036"/>
                </a:lnTo>
                <a:lnTo>
                  <a:pt x="1715475" y="5106"/>
                </a:lnTo>
                <a:lnTo>
                  <a:pt x="1771175" y="2280"/>
                </a:lnTo>
                <a:lnTo>
                  <a:pt x="1827312" y="572"/>
                </a:lnTo>
                <a:lnTo>
                  <a:pt x="1883864" y="0"/>
                </a:lnTo>
                <a:lnTo>
                  <a:pt x="1940415" y="572"/>
                </a:lnTo>
                <a:lnTo>
                  <a:pt x="1996553" y="2280"/>
                </a:lnTo>
                <a:lnTo>
                  <a:pt x="2052253" y="5106"/>
                </a:lnTo>
                <a:lnTo>
                  <a:pt x="2107492" y="9036"/>
                </a:lnTo>
                <a:lnTo>
                  <a:pt x="2162248" y="14052"/>
                </a:lnTo>
                <a:lnTo>
                  <a:pt x="2216496" y="20139"/>
                </a:lnTo>
                <a:lnTo>
                  <a:pt x="2270213" y="27280"/>
                </a:lnTo>
                <a:lnTo>
                  <a:pt x="2323377" y="35461"/>
                </a:lnTo>
                <a:lnTo>
                  <a:pt x="2375963" y="44663"/>
                </a:lnTo>
                <a:lnTo>
                  <a:pt x="2427949" y="54873"/>
                </a:lnTo>
                <a:lnTo>
                  <a:pt x="2479311" y="66073"/>
                </a:lnTo>
                <a:lnTo>
                  <a:pt x="2530026" y="78247"/>
                </a:lnTo>
                <a:lnTo>
                  <a:pt x="2580070" y="91380"/>
                </a:lnTo>
                <a:lnTo>
                  <a:pt x="2629421" y="105455"/>
                </a:lnTo>
                <a:lnTo>
                  <a:pt x="2678054" y="120457"/>
                </a:lnTo>
                <a:lnTo>
                  <a:pt x="2725947" y="136369"/>
                </a:lnTo>
                <a:lnTo>
                  <a:pt x="2773076" y="153176"/>
                </a:lnTo>
                <a:lnTo>
                  <a:pt x="2819418" y="170860"/>
                </a:lnTo>
                <a:lnTo>
                  <a:pt x="2864950" y="189407"/>
                </a:lnTo>
                <a:lnTo>
                  <a:pt x="2909648" y="208800"/>
                </a:lnTo>
                <a:lnTo>
                  <a:pt x="2953489" y="229024"/>
                </a:lnTo>
                <a:lnTo>
                  <a:pt x="2996450" y="250061"/>
                </a:lnTo>
                <a:lnTo>
                  <a:pt x="3038507" y="271896"/>
                </a:lnTo>
                <a:lnTo>
                  <a:pt x="3079638" y="294514"/>
                </a:lnTo>
                <a:lnTo>
                  <a:pt x="3119818" y="317897"/>
                </a:lnTo>
                <a:lnTo>
                  <a:pt x="3159024" y="342031"/>
                </a:lnTo>
                <a:lnTo>
                  <a:pt x="3197234" y="366898"/>
                </a:lnTo>
                <a:lnTo>
                  <a:pt x="3234423" y="392484"/>
                </a:lnTo>
                <a:lnTo>
                  <a:pt x="3270569" y="418771"/>
                </a:lnTo>
                <a:lnTo>
                  <a:pt x="3305649" y="445744"/>
                </a:lnTo>
                <a:lnTo>
                  <a:pt x="3339638" y="473386"/>
                </a:lnTo>
                <a:lnTo>
                  <a:pt x="3372513" y="501683"/>
                </a:lnTo>
                <a:lnTo>
                  <a:pt x="3404252" y="530617"/>
                </a:lnTo>
                <a:lnTo>
                  <a:pt x="3434831" y="560173"/>
                </a:lnTo>
                <a:lnTo>
                  <a:pt x="3464226" y="590334"/>
                </a:lnTo>
                <a:lnTo>
                  <a:pt x="3492415" y="621085"/>
                </a:lnTo>
                <a:lnTo>
                  <a:pt x="3519374" y="652410"/>
                </a:lnTo>
                <a:lnTo>
                  <a:pt x="3545080" y="684292"/>
                </a:lnTo>
                <a:lnTo>
                  <a:pt x="3569509" y="716716"/>
                </a:lnTo>
                <a:lnTo>
                  <a:pt x="3592638" y="749665"/>
                </a:lnTo>
                <a:lnTo>
                  <a:pt x="3614443" y="783123"/>
                </a:lnTo>
                <a:lnTo>
                  <a:pt x="3634902" y="817075"/>
                </a:lnTo>
                <a:lnTo>
                  <a:pt x="3653992" y="851504"/>
                </a:lnTo>
                <a:lnTo>
                  <a:pt x="3671688" y="886394"/>
                </a:lnTo>
                <a:lnTo>
                  <a:pt x="3687968" y="921730"/>
                </a:lnTo>
                <a:lnTo>
                  <a:pt x="3702807" y="957494"/>
                </a:lnTo>
                <a:lnTo>
                  <a:pt x="3716184" y="993672"/>
                </a:lnTo>
                <a:lnTo>
                  <a:pt x="3728075" y="1030247"/>
                </a:lnTo>
                <a:lnTo>
                  <a:pt x="3738455" y="1067203"/>
                </a:lnTo>
                <a:lnTo>
                  <a:pt x="3747303" y="1104524"/>
                </a:lnTo>
                <a:lnTo>
                  <a:pt x="3754594" y="1142195"/>
                </a:lnTo>
                <a:lnTo>
                  <a:pt x="3760305" y="1180198"/>
                </a:lnTo>
                <a:lnTo>
                  <a:pt x="3764414" y="1218518"/>
                </a:lnTo>
                <a:lnTo>
                  <a:pt x="3766630" y="1252996"/>
                </a:lnTo>
                <a:lnTo>
                  <a:pt x="3766630" y="1339093"/>
                </a:lnTo>
                <a:lnTo>
                  <a:pt x="3760305" y="1411891"/>
                </a:lnTo>
                <a:lnTo>
                  <a:pt x="3754594" y="1449894"/>
                </a:lnTo>
                <a:lnTo>
                  <a:pt x="3747303" y="1487564"/>
                </a:lnTo>
                <a:lnTo>
                  <a:pt x="3738455" y="1524886"/>
                </a:lnTo>
                <a:lnTo>
                  <a:pt x="3728075" y="1561842"/>
                </a:lnTo>
                <a:lnTo>
                  <a:pt x="3716184" y="1598417"/>
                </a:lnTo>
                <a:lnTo>
                  <a:pt x="3702807" y="1634595"/>
                </a:lnTo>
                <a:lnTo>
                  <a:pt x="3687968" y="1670359"/>
                </a:lnTo>
                <a:lnTo>
                  <a:pt x="3671688" y="1705695"/>
                </a:lnTo>
                <a:lnTo>
                  <a:pt x="3653992" y="1740585"/>
                </a:lnTo>
                <a:lnTo>
                  <a:pt x="3634902" y="1775014"/>
                </a:lnTo>
                <a:lnTo>
                  <a:pt x="3614443" y="1808966"/>
                </a:lnTo>
                <a:lnTo>
                  <a:pt x="3592638" y="1842424"/>
                </a:lnTo>
                <a:lnTo>
                  <a:pt x="3569509" y="1875373"/>
                </a:lnTo>
                <a:lnTo>
                  <a:pt x="3545080" y="1907797"/>
                </a:lnTo>
                <a:lnTo>
                  <a:pt x="3519374" y="1939679"/>
                </a:lnTo>
                <a:lnTo>
                  <a:pt x="3492415" y="1971003"/>
                </a:lnTo>
                <a:lnTo>
                  <a:pt x="3464226" y="2001754"/>
                </a:lnTo>
                <a:lnTo>
                  <a:pt x="3434831" y="2031916"/>
                </a:lnTo>
                <a:lnTo>
                  <a:pt x="3404252" y="2061472"/>
                </a:lnTo>
                <a:lnTo>
                  <a:pt x="3372513" y="2090406"/>
                </a:lnTo>
                <a:lnTo>
                  <a:pt x="3339638" y="2118702"/>
                </a:lnTo>
                <a:lnTo>
                  <a:pt x="3305649" y="2146345"/>
                </a:lnTo>
                <a:lnTo>
                  <a:pt x="3270569" y="2173318"/>
                </a:lnTo>
                <a:lnTo>
                  <a:pt x="3234423" y="2199605"/>
                </a:lnTo>
                <a:lnTo>
                  <a:pt x="3197234" y="2225190"/>
                </a:lnTo>
                <a:lnTo>
                  <a:pt x="3159024" y="2250058"/>
                </a:lnTo>
                <a:lnTo>
                  <a:pt x="3119818" y="2274191"/>
                </a:lnTo>
                <a:lnTo>
                  <a:pt x="3079638" y="2297575"/>
                </a:lnTo>
                <a:lnTo>
                  <a:pt x="3038507" y="2320192"/>
                </a:lnTo>
                <a:lnTo>
                  <a:pt x="2996450" y="2342028"/>
                </a:lnTo>
                <a:lnTo>
                  <a:pt x="2953489" y="2363065"/>
                </a:lnTo>
                <a:lnTo>
                  <a:pt x="2909648" y="2383288"/>
                </a:lnTo>
                <a:lnTo>
                  <a:pt x="2864950" y="2402682"/>
                </a:lnTo>
                <a:lnTo>
                  <a:pt x="2819418" y="2421228"/>
                </a:lnTo>
                <a:lnTo>
                  <a:pt x="2773076" y="2438913"/>
                </a:lnTo>
                <a:lnTo>
                  <a:pt x="2725947" y="2455720"/>
                </a:lnTo>
                <a:lnTo>
                  <a:pt x="2678054" y="2471632"/>
                </a:lnTo>
                <a:lnTo>
                  <a:pt x="2629421" y="2486633"/>
                </a:lnTo>
                <a:lnTo>
                  <a:pt x="2580070" y="2500709"/>
                </a:lnTo>
                <a:lnTo>
                  <a:pt x="2530026" y="2513842"/>
                </a:lnTo>
                <a:lnTo>
                  <a:pt x="2479311" y="2526016"/>
                </a:lnTo>
                <a:lnTo>
                  <a:pt x="2427949" y="2537216"/>
                </a:lnTo>
                <a:lnTo>
                  <a:pt x="2375963" y="2547425"/>
                </a:lnTo>
                <a:lnTo>
                  <a:pt x="2323377" y="2556628"/>
                </a:lnTo>
                <a:lnTo>
                  <a:pt x="2270213" y="2564808"/>
                </a:lnTo>
                <a:lnTo>
                  <a:pt x="2216496" y="2571950"/>
                </a:lnTo>
                <a:lnTo>
                  <a:pt x="2162248" y="2578037"/>
                </a:lnTo>
                <a:lnTo>
                  <a:pt x="2107492" y="2583053"/>
                </a:lnTo>
                <a:lnTo>
                  <a:pt x="2052253" y="2586982"/>
                </a:lnTo>
                <a:lnTo>
                  <a:pt x="1996553" y="2589809"/>
                </a:lnTo>
                <a:lnTo>
                  <a:pt x="1940415" y="2591516"/>
                </a:lnTo>
                <a:lnTo>
                  <a:pt x="1883881" y="2592089"/>
                </a:lnTo>
                <a:close/>
              </a:path>
            </a:pathLst>
          </a:custGeom>
          <a:solidFill>
            <a:srgbClr val="EC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31235" y="3628307"/>
            <a:ext cx="2625725" cy="6464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08940" marR="5080" indent="-396875">
              <a:lnSpc>
                <a:spcPts val="2250"/>
              </a:lnSpc>
              <a:spcBef>
                <a:spcPts val="500"/>
              </a:spcBef>
            </a:pPr>
            <a:r>
              <a:rPr sz="2200" b="1" spc="295" dirty="0">
                <a:latin typeface="Tahoma"/>
                <a:cs typeface="Tahoma"/>
              </a:rPr>
              <a:t>C</a:t>
            </a:r>
            <a:r>
              <a:rPr sz="2200" b="1" spc="235" dirty="0">
                <a:latin typeface="Tahoma"/>
                <a:cs typeface="Tahoma"/>
              </a:rPr>
              <a:t>o</a:t>
            </a:r>
            <a:r>
              <a:rPr sz="2200" b="1" spc="360" dirty="0">
                <a:latin typeface="Tahoma"/>
                <a:cs typeface="Tahoma"/>
              </a:rPr>
              <a:t>mm</a:t>
            </a:r>
            <a:r>
              <a:rPr sz="2200" b="1" spc="254" dirty="0">
                <a:latin typeface="Tahoma"/>
                <a:cs typeface="Tahoma"/>
              </a:rPr>
              <a:t>u</a:t>
            </a:r>
            <a:r>
              <a:rPr sz="2200" b="1" spc="265" dirty="0">
                <a:latin typeface="Tahoma"/>
                <a:cs typeface="Tahoma"/>
              </a:rPr>
              <a:t>n</a:t>
            </a:r>
            <a:r>
              <a:rPr sz="2200" b="1" spc="150" dirty="0">
                <a:latin typeface="Tahoma"/>
                <a:cs typeface="Tahoma"/>
              </a:rPr>
              <a:t>i</a:t>
            </a:r>
            <a:r>
              <a:rPr sz="2200" b="1" spc="295" dirty="0">
                <a:latin typeface="Tahoma"/>
                <a:cs typeface="Tahoma"/>
              </a:rPr>
              <a:t>c</a:t>
            </a:r>
            <a:r>
              <a:rPr sz="2200" b="1" spc="195" dirty="0">
                <a:latin typeface="Tahoma"/>
                <a:cs typeface="Tahoma"/>
              </a:rPr>
              <a:t>at</a:t>
            </a:r>
            <a:r>
              <a:rPr sz="2200" b="1" spc="150" dirty="0">
                <a:latin typeface="Tahoma"/>
                <a:cs typeface="Tahoma"/>
              </a:rPr>
              <a:t>i</a:t>
            </a:r>
            <a:r>
              <a:rPr sz="2200" b="1" spc="235" dirty="0">
                <a:latin typeface="Tahoma"/>
                <a:cs typeface="Tahoma"/>
              </a:rPr>
              <a:t>o</a:t>
            </a:r>
            <a:r>
              <a:rPr sz="2200" b="1" spc="70" dirty="0">
                <a:latin typeface="Tahoma"/>
                <a:cs typeface="Tahoma"/>
              </a:rPr>
              <a:t>n  </a:t>
            </a:r>
            <a:r>
              <a:rPr sz="2200" b="1" spc="215" dirty="0">
                <a:latin typeface="Tahoma"/>
                <a:cs typeface="Tahoma"/>
              </a:rPr>
              <a:t>Challenges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51814" y="2682126"/>
            <a:ext cx="3499485" cy="2614295"/>
          </a:xfrm>
          <a:custGeom>
            <a:avLst/>
            <a:gdLst/>
            <a:ahLst/>
            <a:cxnLst/>
            <a:rect l="l" t="t" r="r" b="b"/>
            <a:pathLst>
              <a:path w="3499484" h="2614295">
                <a:moveTo>
                  <a:pt x="1749704" y="2613948"/>
                </a:moveTo>
                <a:lnTo>
                  <a:pt x="1694136" y="2613302"/>
                </a:lnTo>
                <a:lnTo>
                  <a:pt x="1639025" y="2611377"/>
                </a:lnTo>
                <a:lnTo>
                  <a:pt x="1584372" y="2608191"/>
                </a:lnTo>
                <a:lnTo>
                  <a:pt x="1530202" y="2603765"/>
                </a:lnTo>
                <a:lnTo>
                  <a:pt x="1476540" y="2598117"/>
                </a:lnTo>
                <a:lnTo>
                  <a:pt x="1423412" y="2591266"/>
                </a:lnTo>
                <a:lnTo>
                  <a:pt x="1370844" y="2583231"/>
                </a:lnTo>
                <a:lnTo>
                  <a:pt x="1318862" y="2574032"/>
                </a:lnTo>
                <a:lnTo>
                  <a:pt x="1267490" y="2563687"/>
                </a:lnTo>
                <a:lnTo>
                  <a:pt x="1216754" y="2552217"/>
                </a:lnTo>
                <a:lnTo>
                  <a:pt x="1166681" y="2539639"/>
                </a:lnTo>
                <a:lnTo>
                  <a:pt x="1117296" y="2525974"/>
                </a:lnTo>
                <a:lnTo>
                  <a:pt x="1068624" y="2511240"/>
                </a:lnTo>
                <a:lnTo>
                  <a:pt x="1020691" y="2495456"/>
                </a:lnTo>
                <a:lnTo>
                  <a:pt x="973523" y="2478641"/>
                </a:lnTo>
                <a:lnTo>
                  <a:pt x="927145" y="2460815"/>
                </a:lnTo>
                <a:lnTo>
                  <a:pt x="881583" y="2441998"/>
                </a:lnTo>
                <a:lnTo>
                  <a:pt x="836863" y="2422207"/>
                </a:lnTo>
                <a:lnTo>
                  <a:pt x="793010" y="2401462"/>
                </a:lnTo>
                <a:lnTo>
                  <a:pt x="750049" y="2379782"/>
                </a:lnTo>
                <a:lnTo>
                  <a:pt x="708007" y="2357186"/>
                </a:lnTo>
                <a:lnTo>
                  <a:pt x="666909" y="2333694"/>
                </a:lnTo>
                <a:lnTo>
                  <a:pt x="626780" y="2309325"/>
                </a:lnTo>
                <a:lnTo>
                  <a:pt x="587647" y="2284097"/>
                </a:lnTo>
                <a:lnTo>
                  <a:pt x="549535" y="2258031"/>
                </a:lnTo>
                <a:lnTo>
                  <a:pt x="512469" y="2231144"/>
                </a:lnTo>
                <a:lnTo>
                  <a:pt x="476475" y="2203457"/>
                </a:lnTo>
                <a:lnTo>
                  <a:pt x="441579" y="2174987"/>
                </a:lnTo>
                <a:lnTo>
                  <a:pt x="407806" y="2145756"/>
                </a:lnTo>
                <a:lnTo>
                  <a:pt x="375182" y="2115780"/>
                </a:lnTo>
                <a:lnTo>
                  <a:pt x="343733" y="2085081"/>
                </a:lnTo>
                <a:lnTo>
                  <a:pt x="313484" y="2053676"/>
                </a:lnTo>
                <a:lnTo>
                  <a:pt x="284460" y="2021586"/>
                </a:lnTo>
                <a:lnTo>
                  <a:pt x="256689" y="1988828"/>
                </a:lnTo>
                <a:lnTo>
                  <a:pt x="230194" y="1955423"/>
                </a:lnTo>
                <a:lnTo>
                  <a:pt x="205002" y="1921389"/>
                </a:lnTo>
                <a:lnTo>
                  <a:pt x="181138" y="1886746"/>
                </a:lnTo>
                <a:lnTo>
                  <a:pt x="158628" y="1851512"/>
                </a:lnTo>
                <a:lnTo>
                  <a:pt x="137498" y="1815707"/>
                </a:lnTo>
                <a:lnTo>
                  <a:pt x="117773" y="1779350"/>
                </a:lnTo>
                <a:lnTo>
                  <a:pt x="99478" y="1742460"/>
                </a:lnTo>
                <a:lnTo>
                  <a:pt x="82640" y="1705057"/>
                </a:lnTo>
                <a:lnTo>
                  <a:pt x="67285" y="1667159"/>
                </a:lnTo>
                <a:lnTo>
                  <a:pt x="53436" y="1628785"/>
                </a:lnTo>
                <a:lnTo>
                  <a:pt x="41121" y="1589955"/>
                </a:lnTo>
                <a:lnTo>
                  <a:pt x="30365" y="1550687"/>
                </a:lnTo>
                <a:lnTo>
                  <a:pt x="21193" y="1511002"/>
                </a:lnTo>
                <a:lnTo>
                  <a:pt x="13632" y="1470918"/>
                </a:lnTo>
                <a:lnTo>
                  <a:pt x="7706" y="1430454"/>
                </a:lnTo>
                <a:lnTo>
                  <a:pt x="3442" y="1389629"/>
                </a:lnTo>
                <a:lnTo>
                  <a:pt x="864" y="1348462"/>
                </a:lnTo>
                <a:lnTo>
                  <a:pt x="0" y="1306978"/>
                </a:lnTo>
                <a:lnTo>
                  <a:pt x="864" y="1265485"/>
                </a:lnTo>
                <a:lnTo>
                  <a:pt x="3442" y="1224319"/>
                </a:lnTo>
                <a:lnTo>
                  <a:pt x="7706" y="1183494"/>
                </a:lnTo>
                <a:lnTo>
                  <a:pt x="13632" y="1143030"/>
                </a:lnTo>
                <a:lnTo>
                  <a:pt x="21193" y="1102945"/>
                </a:lnTo>
                <a:lnTo>
                  <a:pt x="30365" y="1063260"/>
                </a:lnTo>
                <a:lnTo>
                  <a:pt x="41121" y="1023993"/>
                </a:lnTo>
                <a:lnTo>
                  <a:pt x="53436" y="985162"/>
                </a:lnTo>
                <a:lnTo>
                  <a:pt x="67285" y="946789"/>
                </a:lnTo>
                <a:lnTo>
                  <a:pt x="82640" y="908891"/>
                </a:lnTo>
                <a:lnTo>
                  <a:pt x="99478" y="871487"/>
                </a:lnTo>
                <a:lnTo>
                  <a:pt x="117773" y="834597"/>
                </a:lnTo>
                <a:lnTo>
                  <a:pt x="137498" y="798240"/>
                </a:lnTo>
                <a:lnTo>
                  <a:pt x="158628" y="762435"/>
                </a:lnTo>
                <a:lnTo>
                  <a:pt x="181138" y="727202"/>
                </a:lnTo>
                <a:lnTo>
                  <a:pt x="205002" y="692558"/>
                </a:lnTo>
                <a:lnTo>
                  <a:pt x="230194" y="658525"/>
                </a:lnTo>
                <a:lnTo>
                  <a:pt x="256689" y="625119"/>
                </a:lnTo>
                <a:lnTo>
                  <a:pt x="284460" y="592362"/>
                </a:lnTo>
                <a:lnTo>
                  <a:pt x="313484" y="560271"/>
                </a:lnTo>
                <a:lnTo>
                  <a:pt x="343733" y="528867"/>
                </a:lnTo>
                <a:lnTo>
                  <a:pt x="375182" y="498167"/>
                </a:lnTo>
                <a:lnTo>
                  <a:pt x="407806" y="468192"/>
                </a:lnTo>
                <a:lnTo>
                  <a:pt x="441579" y="438960"/>
                </a:lnTo>
                <a:lnTo>
                  <a:pt x="476475" y="410491"/>
                </a:lnTo>
                <a:lnTo>
                  <a:pt x="512469" y="382803"/>
                </a:lnTo>
                <a:lnTo>
                  <a:pt x="549535" y="355917"/>
                </a:lnTo>
                <a:lnTo>
                  <a:pt x="587647" y="329850"/>
                </a:lnTo>
                <a:lnTo>
                  <a:pt x="626780" y="304622"/>
                </a:lnTo>
                <a:lnTo>
                  <a:pt x="666909" y="280253"/>
                </a:lnTo>
                <a:lnTo>
                  <a:pt x="708007" y="256761"/>
                </a:lnTo>
                <a:lnTo>
                  <a:pt x="750049" y="234166"/>
                </a:lnTo>
                <a:lnTo>
                  <a:pt x="793010" y="212486"/>
                </a:lnTo>
                <a:lnTo>
                  <a:pt x="836863" y="191741"/>
                </a:lnTo>
                <a:lnTo>
                  <a:pt x="881583" y="171950"/>
                </a:lnTo>
                <a:lnTo>
                  <a:pt x="927145" y="153132"/>
                </a:lnTo>
                <a:lnTo>
                  <a:pt x="973523" y="135306"/>
                </a:lnTo>
                <a:lnTo>
                  <a:pt x="1020691" y="118492"/>
                </a:lnTo>
                <a:lnTo>
                  <a:pt x="1068624" y="102708"/>
                </a:lnTo>
                <a:lnTo>
                  <a:pt x="1117296" y="87974"/>
                </a:lnTo>
                <a:lnTo>
                  <a:pt x="1166681" y="74308"/>
                </a:lnTo>
                <a:lnTo>
                  <a:pt x="1216754" y="61731"/>
                </a:lnTo>
                <a:lnTo>
                  <a:pt x="1267490" y="50260"/>
                </a:lnTo>
                <a:lnTo>
                  <a:pt x="1318862" y="39916"/>
                </a:lnTo>
                <a:lnTo>
                  <a:pt x="1370844" y="30717"/>
                </a:lnTo>
                <a:lnTo>
                  <a:pt x="1423412" y="22682"/>
                </a:lnTo>
                <a:lnTo>
                  <a:pt x="1476540" y="15831"/>
                </a:lnTo>
                <a:lnTo>
                  <a:pt x="1530202" y="10183"/>
                </a:lnTo>
                <a:lnTo>
                  <a:pt x="1584372" y="5756"/>
                </a:lnTo>
                <a:lnTo>
                  <a:pt x="1639025" y="2571"/>
                </a:lnTo>
                <a:lnTo>
                  <a:pt x="1694136" y="646"/>
                </a:lnTo>
                <a:lnTo>
                  <a:pt x="1749678" y="0"/>
                </a:lnTo>
                <a:lnTo>
                  <a:pt x="1805220" y="646"/>
                </a:lnTo>
                <a:lnTo>
                  <a:pt x="1860330" y="2571"/>
                </a:lnTo>
                <a:lnTo>
                  <a:pt x="1914984" y="5756"/>
                </a:lnTo>
                <a:lnTo>
                  <a:pt x="1969154" y="10183"/>
                </a:lnTo>
                <a:lnTo>
                  <a:pt x="2022816" y="15831"/>
                </a:lnTo>
                <a:lnTo>
                  <a:pt x="2075944" y="22682"/>
                </a:lnTo>
                <a:lnTo>
                  <a:pt x="2128512" y="30717"/>
                </a:lnTo>
                <a:lnTo>
                  <a:pt x="2180495" y="39916"/>
                </a:lnTo>
                <a:lnTo>
                  <a:pt x="2231867" y="50260"/>
                </a:lnTo>
                <a:lnTo>
                  <a:pt x="2282602" y="61731"/>
                </a:lnTo>
                <a:lnTo>
                  <a:pt x="2332675" y="74308"/>
                </a:lnTo>
                <a:lnTo>
                  <a:pt x="2382060" y="87974"/>
                </a:lnTo>
                <a:lnTo>
                  <a:pt x="2430732" y="102708"/>
                </a:lnTo>
                <a:lnTo>
                  <a:pt x="2478665" y="118492"/>
                </a:lnTo>
                <a:lnTo>
                  <a:pt x="2525833" y="135306"/>
                </a:lnTo>
                <a:lnTo>
                  <a:pt x="2572211" y="153132"/>
                </a:lnTo>
                <a:lnTo>
                  <a:pt x="2617773" y="171950"/>
                </a:lnTo>
                <a:lnTo>
                  <a:pt x="2662494" y="191741"/>
                </a:lnTo>
                <a:lnTo>
                  <a:pt x="2706347" y="212486"/>
                </a:lnTo>
                <a:lnTo>
                  <a:pt x="2749308" y="234166"/>
                </a:lnTo>
                <a:lnTo>
                  <a:pt x="2791350" y="256761"/>
                </a:lnTo>
                <a:lnTo>
                  <a:pt x="2832448" y="280253"/>
                </a:lnTo>
                <a:lnTo>
                  <a:pt x="2872577" y="304622"/>
                </a:lnTo>
                <a:lnTo>
                  <a:pt x="2911710" y="329850"/>
                </a:lnTo>
                <a:lnTo>
                  <a:pt x="2949822" y="355917"/>
                </a:lnTo>
                <a:lnTo>
                  <a:pt x="2986888" y="382803"/>
                </a:lnTo>
                <a:lnTo>
                  <a:pt x="3022882" y="410491"/>
                </a:lnTo>
                <a:lnTo>
                  <a:pt x="3057779" y="438960"/>
                </a:lnTo>
                <a:lnTo>
                  <a:pt x="3091551" y="468192"/>
                </a:lnTo>
                <a:lnTo>
                  <a:pt x="3124175" y="498167"/>
                </a:lnTo>
                <a:lnTo>
                  <a:pt x="3155624" y="528867"/>
                </a:lnTo>
                <a:lnTo>
                  <a:pt x="3185874" y="560271"/>
                </a:lnTo>
                <a:lnTo>
                  <a:pt x="3214897" y="592362"/>
                </a:lnTo>
                <a:lnTo>
                  <a:pt x="3242669" y="625119"/>
                </a:lnTo>
                <a:lnTo>
                  <a:pt x="3269163" y="658525"/>
                </a:lnTo>
                <a:lnTo>
                  <a:pt x="3294355" y="692558"/>
                </a:lnTo>
                <a:lnTo>
                  <a:pt x="3318219" y="727202"/>
                </a:lnTo>
                <a:lnTo>
                  <a:pt x="3340729" y="762435"/>
                </a:lnTo>
                <a:lnTo>
                  <a:pt x="3361859" y="798240"/>
                </a:lnTo>
                <a:lnTo>
                  <a:pt x="3381584" y="834597"/>
                </a:lnTo>
                <a:lnTo>
                  <a:pt x="3399879" y="871487"/>
                </a:lnTo>
                <a:lnTo>
                  <a:pt x="3416717" y="908891"/>
                </a:lnTo>
                <a:lnTo>
                  <a:pt x="3432073" y="946789"/>
                </a:lnTo>
                <a:lnTo>
                  <a:pt x="3445921" y="985162"/>
                </a:lnTo>
                <a:lnTo>
                  <a:pt x="3458236" y="1023993"/>
                </a:lnTo>
                <a:lnTo>
                  <a:pt x="3468992" y="1063260"/>
                </a:lnTo>
                <a:lnTo>
                  <a:pt x="3478164" y="1102945"/>
                </a:lnTo>
                <a:lnTo>
                  <a:pt x="3485725" y="1143030"/>
                </a:lnTo>
                <a:lnTo>
                  <a:pt x="3491651" y="1183494"/>
                </a:lnTo>
                <a:lnTo>
                  <a:pt x="3495916" y="1224319"/>
                </a:lnTo>
                <a:lnTo>
                  <a:pt x="3498493" y="1265485"/>
                </a:lnTo>
                <a:lnTo>
                  <a:pt x="3499358" y="1306969"/>
                </a:lnTo>
                <a:lnTo>
                  <a:pt x="3498493" y="1348462"/>
                </a:lnTo>
                <a:lnTo>
                  <a:pt x="3495916" y="1389629"/>
                </a:lnTo>
                <a:lnTo>
                  <a:pt x="3491651" y="1430454"/>
                </a:lnTo>
                <a:lnTo>
                  <a:pt x="3485725" y="1470918"/>
                </a:lnTo>
                <a:lnTo>
                  <a:pt x="3478164" y="1511002"/>
                </a:lnTo>
                <a:lnTo>
                  <a:pt x="3468992" y="1550687"/>
                </a:lnTo>
                <a:lnTo>
                  <a:pt x="3458236" y="1589955"/>
                </a:lnTo>
                <a:lnTo>
                  <a:pt x="3445921" y="1628785"/>
                </a:lnTo>
                <a:lnTo>
                  <a:pt x="3432073" y="1667159"/>
                </a:lnTo>
                <a:lnTo>
                  <a:pt x="3416717" y="1705057"/>
                </a:lnTo>
                <a:lnTo>
                  <a:pt x="3399879" y="1742460"/>
                </a:lnTo>
                <a:lnTo>
                  <a:pt x="3381584" y="1779350"/>
                </a:lnTo>
                <a:lnTo>
                  <a:pt x="3361859" y="1815707"/>
                </a:lnTo>
                <a:lnTo>
                  <a:pt x="3340729" y="1851512"/>
                </a:lnTo>
                <a:lnTo>
                  <a:pt x="3318219" y="1886746"/>
                </a:lnTo>
                <a:lnTo>
                  <a:pt x="3294355" y="1921389"/>
                </a:lnTo>
                <a:lnTo>
                  <a:pt x="3269163" y="1955423"/>
                </a:lnTo>
                <a:lnTo>
                  <a:pt x="3242669" y="1988828"/>
                </a:lnTo>
                <a:lnTo>
                  <a:pt x="3214897" y="2021586"/>
                </a:lnTo>
                <a:lnTo>
                  <a:pt x="3185874" y="2053676"/>
                </a:lnTo>
                <a:lnTo>
                  <a:pt x="3155624" y="2085081"/>
                </a:lnTo>
                <a:lnTo>
                  <a:pt x="3124175" y="2115780"/>
                </a:lnTo>
                <a:lnTo>
                  <a:pt x="3091551" y="2145756"/>
                </a:lnTo>
                <a:lnTo>
                  <a:pt x="3057779" y="2174987"/>
                </a:lnTo>
                <a:lnTo>
                  <a:pt x="3022882" y="2203457"/>
                </a:lnTo>
                <a:lnTo>
                  <a:pt x="2986888" y="2231144"/>
                </a:lnTo>
                <a:lnTo>
                  <a:pt x="2949822" y="2258031"/>
                </a:lnTo>
                <a:lnTo>
                  <a:pt x="2911710" y="2284097"/>
                </a:lnTo>
                <a:lnTo>
                  <a:pt x="2872577" y="2309325"/>
                </a:lnTo>
                <a:lnTo>
                  <a:pt x="2832448" y="2333694"/>
                </a:lnTo>
                <a:lnTo>
                  <a:pt x="2791350" y="2357186"/>
                </a:lnTo>
                <a:lnTo>
                  <a:pt x="2749308" y="2379782"/>
                </a:lnTo>
                <a:lnTo>
                  <a:pt x="2706347" y="2401462"/>
                </a:lnTo>
                <a:lnTo>
                  <a:pt x="2662494" y="2422207"/>
                </a:lnTo>
                <a:lnTo>
                  <a:pt x="2617773" y="2441998"/>
                </a:lnTo>
                <a:lnTo>
                  <a:pt x="2572211" y="2460815"/>
                </a:lnTo>
                <a:lnTo>
                  <a:pt x="2525833" y="2478641"/>
                </a:lnTo>
                <a:lnTo>
                  <a:pt x="2478665" y="2495456"/>
                </a:lnTo>
                <a:lnTo>
                  <a:pt x="2430732" y="2511240"/>
                </a:lnTo>
                <a:lnTo>
                  <a:pt x="2382060" y="2525974"/>
                </a:lnTo>
                <a:lnTo>
                  <a:pt x="2332675" y="2539639"/>
                </a:lnTo>
                <a:lnTo>
                  <a:pt x="2282602" y="2552217"/>
                </a:lnTo>
                <a:lnTo>
                  <a:pt x="2231867" y="2563687"/>
                </a:lnTo>
                <a:lnTo>
                  <a:pt x="2180495" y="2574032"/>
                </a:lnTo>
                <a:lnTo>
                  <a:pt x="2128512" y="2583231"/>
                </a:lnTo>
                <a:lnTo>
                  <a:pt x="2075944" y="2591266"/>
                </a:lnTo>
                <a:lnTo>
                  <a:pt x="2022816" y="2598117"/>
                </a:lnTo>
                <a:lnTo>
                  <a:pt x="1969154" y="2603765"/>
                </a:lnTo>
                <a:lnTo>
                  <a:pt x="1914984" y="2608191"/>
                </a:lnTo>
                <a:lnTo>
                  <a:pt x="1860330" y="2611377"/>
                </a:lnTo>
                <a:lnTo>
                  <a:pt x="1805220" y="2613302"/>
                </a:lnTo>
                <a:lnTo>
                  <a:pt x="1749704" y="2613948"/>
                </a:lnTo>
                <a:close/>
              </a:path>
            </a:pathLst>
          </a:custGeom>
          <a:solidFill>
            <a:srgbClr val="EC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598494" y="3637832"/>
            <a:ext cx="2606040" cy="64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45"/>
              </a:lnSpc>
              <a:spcBef>
                <a:spcPts val="100"/>
              </a:spcBef>
            </a:pPr>
            <a:r>
              <a:rPr sz="2200" b="1" spc="215" dirty="0">
                <a:latin typeface="Tahoma"/>
                <a:cs typeface="Tahoma"/>
              </a:rPr>
              <a:t>Parachute</a:t>
            </a:r>
            <a:endParaRPr sz="2200">
              <a:latin typeface="Tahoma"/>
              <a:cs typeface="Tahoma"/>
            </a:endParaRPr>
          </a:p>
          <a:p>
            <a:pPr algn="ctr">
              <a:lnSpc>
                <a:spcPts val="2445"/>
              </a:lnSpc>
            </a:pPr>
            <a:r>
              <a:rPr sz="2200" b="1" spc="190" dirty="0">
                <a:latin typeface="Tahoma"/>
                <a:cs typeface="Tahoma"/>
              </a:rPr>
              <a:t>Ejection</a:t>
            </a:r>
            <a:r>
              <a:rPr sz="2200" b="1" spc="235" dirty="0">
                <a:latin typeface="Tahoma"/>
                <a:cs typeface="Tahoma"/>
              </a:rPr>
              <a:t> </a:t>
            </a:r>
            <a:r>
              <a:rPr sz="2200" b="1" spc="180" dirty="0">
                <a:latin typeface="Tahoma"/>
                <a:cs typeface="Tahoma"/>
              </a:rPr>
              <a:t>Failure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84521" y="6452555"/>
            <a:ext cx="4714875" cy="2540000"/>
          </a:xfrm>
          <a:custGeom>
            <a:avLst/>
            <a:gdLst/>
            <a:ahLst/>
            <a:cxnLst/>
            <a:rect l="l" t="t" r="r" b="b"/>
            <a:pathLst>
              <a:path w="4714875" h="2540000">
                <a:moveTo>
                  <a:pt x="2482811" y="12699"/>
                </a:moveTo>
                <a:lnTo>
                  <a:pt x="2236145" y="12699"/>
                </a:lnTo>
                <a:lnTo>
                  <a:pt x="2297615" y="0"/>
                </a:lnTo>
                <a:lnTo>
                  <a:pt x="2421341" y="0"/>
                </a:lnTo>
                <a:lnTo>
                  <a:pt x="2482811" y="12699"/>
                </a:lnTo>
                <a:close/>
              </a:path>
              <a:path w="4714875" h="2540000">
                <a:moveTo>
                  <a:pt x="2724380" y="25399"/>
                </a:moveTo>
                <a:lnTo>
                  <a:pt x="1994576" y="25399"/>
                </a:lnTo>
                <a:lnTo>
                  <a:pt x="2054282" y="12699"/>
                </a:lnTo>
                <a:lnTo>
                  <a:pt x="2664674" y="12699"/>
                </a:lnTo>
                <a:lnTo>
                  <a:pt x="2724380" y="25399"/>
                </a:lnTo>
                <a:close/>
              </a:path>
              <a:path w="4714875" h="2540000">
                <a:moveTo>
                  <a:pt x="2842305" y="38099"/>
                </a:moveTo>
                <a:lnTo>
                  <a:pt x="1876651" y="38099"/>
                </a:lnTo>
                <a:lnTo>
                  <a:pt x="1935359" y="25399"/>
                </a:lnTo>
                <a:lnTo>
                  <a:pt x="2783597" y="25399"/>
                </a:lnTo>
                <a:lnTo>
                  <a:pt x="2842305" y="38099"/>
                </a:lnTo>
                <a:close/>
              </a:path>
              <a:path w="4714875" h="2540000">
                <a:moveTo>
                  <a:pt x="2958117" y="50799"/>
                </a:moveTo>
                <a:lnTo>
                  <a:pt x="1760840" y="50799"/>
                </a:lnTo>
                <a:lnTo>
                  <a:pt x="1818471" y="38099"/>
                </a:lnTo>
                <a:lnTo>
                  <a:pt x="2900485" y="38099"/>
                </a:lnTo>
                <a:lnTo>
                  <a:pt x="2958117" y="50799"/>
                </a:lnTo>
                <a:close/>
              </a:path>
              <a:path w="4714875" h="2540000">
                <a:moveTo>
                  <a:pt x="3015181" y="2501899"/>
                </a:moveTo>
                <a:lnTo>
                  <a:pt x="1703775" y="2501899"/>
                </a:lnTo>
                <a:lnTo>
                  <a:pt x="1374389" y="2425699"/>
                </a:lnTo>
                <a:lnTo>
                  <a:pt x="1119062" y="2362199"/>
                </a:lnTo>
                <a:lnTo>
                  <a:pt x="1070320" y="2336799"/>
                </a:lnTo>
                <a:lnTo>
                  <a:pt x="1022398" y="2324099"/>
                </a:lnTo>
                <a:lnTo>
                  <a:pt x="975315" y="2298699"/>
                </a:lnTo>
                <a:lnTo>
                  <a:pt x="883745" y="2273299"/>
                </a:lnTo>
                <a:lnTo>
                  <a:pt x="839296" y="2247899"/>
                </a:lnTo>
                <a:lnTo>
                  <a:pt x="795764" y="2222499"/>
                </a:lnTo>
                <a:lnTo>
                  <a:pt x="753169" y="2209799"/>
                </a:lnTo>
                <a:lnTo>
                  <a:pt x="711530" y="2184399"/>
                </a:lnTo>
                <a:lnTo>
                  <a:pt x="670866" y="2158999"/>
                </a:lnTo>
                <a:lnTo>
                  <a:pt x="631196" y="2146299"/>
                </a:lnTo>
                <a:lnTo>
                  <a:pt x="592541" y="2120899"/>
                </a:lnTo>
                <a:lnTo>
                  <a:pt x="554919" y="2095499"/>
                </a:lnTo>
                <a:lnTo>
                  <a:pt x="518350" y="2070099"/>
                </a:lnTo>
                <a:lnTo>
                  <a:pt x="482854" y="2044699"/>
                </a:lnTo>
                <a:lnTo>
                  <a:pt x="448449" y="2019299"/>
                </a:lnTo>
                <a:lnTo>
                  <a:pt x="415156" y="1993899"/>
                </a:lnTo>
                <a:lnTo>
                  <a:pt x="382993" y="1968499"/>
                </a:lnTo>
                <a:lnTo>
                  <a:pt x="351981" y="1943099"/>
                </a:lnTo>
                <a:lnTo>
                  <a:pt x="322137" y="1917699"/>
                </a:lnTo>
                <a:lnTo>
                  <a:pt x="293483" y="1892299"/>
                </a:lnTo>
                <a:lnTo>
                  <a:pt x="239820" y="1828799"/>
                </a:lnTo>
                <a:lnTo>
                  <a:pt x="214849" y="1803399"/>
                </a:lnTo>
                <a:lnTo>
                  <a:pt x="191145" y="1777999"/>
                </a:lnTo>
                <a:lnTo>
                  <a:pt x="168727" y="1752599"/>
                </a:lnTo>
                <a:lnTo>
                  <a:pt x="147614" y="1714499"/>
                </a:lnTo>
                <a:lnTo>
                  <a:pt x="127827" y="1689099"/>
                </a:lnTo>
                <a:lnTo>
                  <a:pt x="109384" y="1663699"/>
                </a:lnTo>
                <a:lnTo>
                  <a:pt x="92305" y="1625599"/>
                </a:lnTo>
                <a:lnTo>
                  <a:pt x="76608" y="1600199"/>
                </a:lnTo>
                <a:lnTo>
                  <a:pt x="62315" y="1562099"/>
                </a:lnTo>
                <a:lnTo>
                  <a:pt x="49444" y="1536699"/>
                </a:lnTo>
                <a:lnTo>
                  <a:pt x="38014" y="1498599"/>
                </a:lnTo>
                <a:lnTo>
                  <a:pt x="28045" y="1473199"/>
                </a:lnTo>
                <a:lnTo>
                  <a:pt x="19556" y="1435099"/>
                </a:lnTo>
                <a:lnTo>
                  <a:pt x="12568" y="1409699"/>
                </a:lnTo>
                <a:lnTo>
                  <a:pt x="7098" y="1371599"/>
                </a:lnTo>
                <a:lnTo>
                  <a:pt x="3167" y="1346199"/>
                </a:lnTo>
                <a:lnTo>
                  <a:pt x="795" y="1308099"/>
                </a:lnTo>
                <a:lnTo>
                  <a:pt x="0" y="1269999"/>
                </a:lnTo>
                <a:lnTo>
                  <a:pt x="795" y="1244599"/>
                </a:lnTo>
                <a:lnTo>
                  <a:pt x="3167" y="1206499"/>
                </a:lnTo>
                <a:lnTo>
                  <a:pt x="7098" y="1181099"/>
                </a:lnTo>
                <a:lnTo>
                  <a:pt x="12568" y="1142999"/>
                </a:lnTo>
                <a:lnTo>
                  <a:pt x="19556" y="1117599"/>
                </a:lnTo>
                <a:lnTo>
                  <a:pt x="28045" y="1079499"/>
                </a:lnTo>
                <a:lnTo>
                  <a:pt x="38014" y="1041399"/>
                </a:lnTo>
                <a:lnTo>
                  <a:pt x="49444" y="1015999"/>
                </a:lnTo>
                <a:lnTo>
                  <a:pt x="62315" y="990599"/>
                </a:lnTo>
                <a:lnTo>
                  <a:pt x="76608" y="952499"/>
                </a:lnTo>
                <a:lnTo>
                  <a:pt x="92305" y="927099"/>
                </a:lnTo>
                <a:lnTo>
                  <a:pt x="109384" y="888999"/>
                </a:lnTo>
                <a:lnTo>
                  <a:pt x="127827" y="863599"/>
                </a:lnTo>
                <a:lnTo>
                  <a:pt x="147614" y="838199"/>
                </a:lnTo>
                <a:lnTo>
                  <a:pt x="168727" y="800099"/>
                </a:lnTo>
                <a:lnTo>
                  <a:pt x="191145" y="774699"/>
                </a:lnTo>
                <a:lnTo>
                  <a:pt x="214849" y="749299"/>
                </a:lnTo>
                <a:lnTo>
                  <a:pt x="239820" y="711199"/>
                </a:lnTo>
                <a:lnTo>
                  <a:pt x="266038" y="685799"/>
                </a:lnTo>
                <a:lnTo>
                  <a:pt x="322137" y="634999"/>
                </a:lnTo>
                <a:lnTo>
                  <a:pt x="351981" y="609599"/>
                </a:lnTo>
                <a:lnTo>
                  <a:pt x="382993" y="584199"/>
                </a:lnTo>
                <a:lnTo>
                  <a:pt x="415156" y="558799"/>
                </a:lnTo>
                <a:lnTo>
                  <a:pt x="448449" y="533399"/>
                </a:lnTo>
                <a:lnTo>
                  <a:pt x="482854" y="507999"/>
                </a:lnTo>
                <a:lnTo>
                  <a:pt x="518350" y="482599"/>
                </a:lnTo>
                <a:lnTo>
                  <a:pt x="554919" y="457199"/>
                </a:lnTo>
                <a:lnTo>
                  <a:pt x="592541" y="431799"/>
                </a:lnTo>
                <a:lnTo>
                  <a:pt x="631196" y="406399"/>
                </a:lnTo>
                <a:lnTo>
                  <a:pt x="670866" y="393699"/>
                </a:lnTo>
                <a:lnTo>
                  <a:pt x="711530" y="368299"/>
                </a:lnTo>
                <a:lnTo>
                  <a:pt x="753169" y="342899"/>
                </a:lnTo>
                <a:lnTo>
                  <a:pt x="795764" y="330199"/>
                </a:lnTo>
                <a:lnTo>
                  <a:pt x="839296" y="304799"/>
                </a:lnTo>
                <a:lnTo>
                  <a:pt x="883745" y="279399"/>
                </a:lnTo>
                <a:lnTo>
                  <a:pt x="929091" y="266699"/>
                </a:lnTo>
                <a:lnTo>
                  <a:pt x="975315" y="241299"/>
                </a:lnTo>
                <a:lnTo>
                  <a:pt x="1070320" y="215899"/>
                </a:lnTo>
                <a:lnTo>
                  <a:pt x="1119062" y="190499"/>
                </a:lnTo>
                <a:lnTo>
                  <a:pt x="1374389" y="126999"/>
                </a:lnTo>
                <a:lnTo>
                  <a:pt x="1703775" y="50799"/>
                </a:lnTo>
                <a:lnTo>
                  <a:pt x="3015181" y="50799"/>
                </a:lnTo>
                <a:lnTo>
                  <a:pt x="3344567" y="126999"/>
                </a:lnTo>
                <a:lnTo>
                  <a:pt x="3599894" y="190499"/>
                </a:lnTo>
                <a:lnTo>
                  <a:pt x="3648636" y="215899"/>
                </a:lnTo>
                <a:lnTo>
                  <a:pt x="3743641" y="241299"/>
                </a:lnTo>
                <a:lnTo>
                  <a:pt x="3789865" y="266699"/>
                </a:lnTo>
                <a:lnTo>
                  <a:pt x="3835211" y="279399"/>
                </a:lnTo>
                <a:lnTo>
                  <a:pt x="3879660" y="304799"/>
                </a:lnTo>
                <a:lnTo>
                  <a:pt x="3923191" y="330199"/>
                </a:lnTo>
                <a:lnTo>
                  <a:pt x="3965786" y="342899"/>
                </a:lnTo>
                <a:lnTo>
                  <a:pt x="4007426" y="368299"/>
                </a:lnTo>
                <a:lnTo>
                  <a:pt x="4048090" y="393699"/>
                </a:lnTo>
                <a:lnTo>
                  <a:pt x="4087759" y="406399"/>
                </a:lnTo>
                <a:lnTo>
                  <a:pt x="4126415" y="431799"/>
                </a:lnTo>
                <a:lnTo>
                  <a:pt x="4164036" y="457199"/>
                </a:lnTo>
                <a:lnTo>
                  <a:pt x="4200605" y="482599"/>
                </a:lnTo>
                <a:lnTo>
                  <a:pt x="4236102" y="507999"/>
                </a:lnTo>
                <a:lnTo>
                  <a:pt x="4270506" y="533399"/>
                </a:lnTo>
                <a:lnTo>
                  <a:pt x="4303800" y="558799"/>
                </a:lnTo>
                <a:lnTo>
                  <a:pt x="4335962" y="584199"/>
                </a:lnTo>
                <a:lnTo>
                  <a:pt x="4366975" y="609599"/>
                </a:lnTo>
                <a:lnTo>
                  <a:pt x="4396818" y="634999"/>
                </a:lnTo>
                <a:lnTo>
                  <a:pt x="4425472" y="660399"/>
                </a:lnTo>
                <a:lnTo>
                  <a:pt x="4479136" y="711199"/>
                </a:lnTo>
                <a:lnTo>
                  <a:pt x="4504106" y="749299"/>
                </a:lnTo>
                <a:lnTo>
                  <a:pt x="4527811" y="774699"/>
                </a:lnTo>
                <a:lnTo>
                  <a:pt x="4550228" y="800099"/>
                </a:lnTo>
                <a:lnTo>
                  <a:pt x="4571341" y="838199"/>
                </a:lnTo>
                <a:lnTo>
                  <a:pt x="4591128" y="863599"/>
                </a:lnTo>
                <a:lnTo>
                  <a:pt x="4609571" y="888999"/>
                </a:lnTo>
                <a:lnTo>
                  <a:pt x="4626651" y="927099"/>
                </a:lnTo>
                <a:lnTo>
                  <a:pt x="4642347" y="952499"/>
                </a:lnTo>
                <a:lnTo>
                  <a:pt x="4656640" y="990599"/>
                </a:lnTo>
                <a:lnTo>
                  <a:pt x="4669512" y="1015999"/>
                </a:lnTo>
                <a:lnTo>
                  <a:pt x="4680941" y="1041399"/>
                </a:lnTo>
                <a:lnTo>
                  <a:pt x="4690910" y="1079499"/>
                </a:lnTo>
                <a:lnTo>
                  <a:pt x="4699399" y="1117599"/>
                </a:lnTo>
                <a:lnTo>
                  <a:pt x="4706387" y="1142999"/>
                </a:lnTo>
                <a:lnTo>
                  <a:pt x="4711857" y="1181099"/>
                </a:lnTo>
                <a:lnTo>
                  <a:pt x="4714431" y="1197731"/>
                </a:lnTo>
                <a:lnTo>
                  <a:pt x="4714431" y="1354968"/>
                </a:lnTo>
                <a:lnTo>
                  <a:pt x="4711857" y="1371599"/>
                </a:lnTo>
                <a:lnTo>
                  <a:pt x="4706387" y="1409699"/>
                </a:lnTo>
                <a:lnTo>
                  <a:pt x="4699399" y="1435099"/>
                </a:lnTo>
                <a:lnTo>
                  <a:pt x="4690910" y="1473199"/>
                </a:lnTo>
                <a:lnTo>
                  <a:pt x="4680941" y="1498599"/>
                </a:lnTo>
                <a:lnTo>
                  <a:pt x="4669512" y="1536699"/>
                </a:lnTo>
                <a:lnTo>
                  <a:pt x="4656640" y="1562099"/>
                </a:lnTo>
                <a:lnTo>
                  <a:pt x="4642347" y="1600199"/>
                </a:lnTo>
                <a:lnTo>
                  <a:pt x="4626651" y="1625599"/>
                </a:lnTo>
                <a:lnTo>
                  <a:pt x="4609571" y="1663699"/>
                </a:lnTo>
                <a:lnTo>
                  <a:pt x="4591128" y="1689099"/>
                </a:lnTo>
                <a:lnTo>
                  <a:pt x="4571341" y="1714499"/>
                </a:lnTo>
                <a:lnTo>
                  <a:pt x="4550228" y="1752599"/>
                </a:lnTo>
                <a:lnTo>
                  <a:pt x="4527811" y="1777999"/>
                </a:lnTo>
                <a:lnTo>
                  <a:pt x="4504106" y="1803399"/>
                </a:lnTo>
                <a:lnTo>
                  <a:pt x="4479136" y="1828799"/>
                </a:lnTo>
                <a:lnTo>
                  <a:pt x="4452918" y="1866899"/>
                </a:lnTo>
                <a:lnTo>
                  <a:pt x="4396818" y="1917699"/>
                </a:lnTo>
                <a:lnTo>
                  <a:pt x="4366975" y="1943099"/>
                </a:lnTo>
                <a:lnTo>
                  <a:pt x="4335962" y="1968499"/>
                </a:lnTo>
                <a:lnTo>
                  <a:pt x="4303800" y="1993899"/>
                </a:lnTo>
                <a:lnTo>
                  <a:pt x="4270506" y="2019299"/>
                </a:lnTo>
                <a:lnTo>
                  <a:pt x="4236102" y="2044699"/>
                </a:lnTo>
                <a:lnTo>
                  <a:pt x="4200605" y="2070099"/>
                </a:lnTo>
                <a:lnTo>
                  <a:pt x="4164036" y="2095499"/>
                </a:lnTo>
                <a:lnTo>
                  <a:pt x="4126415" y="2120899"/>
                </a:lnTo>
                <a:lnTo>
                  <a:pt x="4087759" y="2146299"/>
                </a:lnTo>
                <a:lnTo>
                  <a:pt x="4048090" y="2158999"/>
                </a:lnTo>
                <a:lnTo>
                  <a:pt x="4007426" y="2184399"/>
                </a:lnTo>
                <a:lnTo>
                  <a:pt x="3965786" y="2209799"/>
                </a:lnTo>
                <a:lnTo>
                  <a:pt x="3923191" y="2222499"/>
                </a:lnTo>
                <a:lnTo>
                  <a:pt x="3879660" y="2247899"/>
                </a:lnTo>
                <a:lnTo>
                  <a:pt x="3835211" y="2273299"/>
                </a:lnTo>
                <a:lnTo>
                  <a:pt x="3743641" y="2298699"/>
                </a:lnTo>
                <a:lnTo>
                  <a:pt x="3696558" y="2324099"/>
                </a:lnTo>
                <a:lnTo>
                  <a:pt x="3648636" y="2336799"/>
                </a:lnTo>
                <a:lnTo>
                  <a:pt x="3599894" y="2362199"/>
                </a:lnTo>
                <a:lnTo>
                  <a:pt x="3344567" y="2425699"/>
                </a:lnTo>
                <a:lnTo>
                  <a:pt x="3015181" y="2501899"/>
                </a:lnTo>
                <a:close/>
              </a:path>
              <a:path w="4714875" h="2540000">
                <a:moveTo>
                  <a:pt x="2900485" y="2514599"/>
                </a:moveTo>
                <a:lnTo>
                  <a:pt x="1818471" y="2514599"/>
                </a:lnTo>
                <a:lnTo>
                  <a:pt x="1760840" y="2501899"/>
                </a:lnTo>
                <a:lnTo>
                  <a:pt x="2958117" y="2501899"/>
                </a:lnTo>
                <a:lnTo>
                  <a:pt x="2900485" y="2514599"/>
                </a:lnTo>
                <a:close/>
              </a:path>
              <a:path w="4714875" h="2540000">
                <a:moveTo>
                  <a:pt x="2783597" y="2527299"/>
                </a:moveTo>
                <a:lnTo>
                  <a:pt x="1935359" y="2527299"/>
                </a:lnTo>
                <a:lnTo>
                  <a:pt x="1876651" y="2514599"/>
                </a:lnTo>
                <a:lnTo>
                  <a:pt x="2842305" y="2514599"/>
                </a:lnTo>
                <a:lnTo>
                  <a:pt x="2783597" y="2527299"/>
                </a:lnTo>
                <a:close/>
              </a:path>
              <a:path w="4714875" h="2540000">
                <a:moveTo>
                  <a:pt x="2664676" y="2539999"/>
                </a:moveTo>
                <a:lnTo>
                  <a:pt x="2054280" y="2539999"/>
                </a:lnTo>
                <a:lnTo>
                  <a:pt x="1994576" y="2527299"/>
                </a:lnTo>
                <a:lnTo>
                  <a:pt x="2724380" y="2527299"/>
                </a:lnTo>
                <a:lnTo>
                  <a:pt x="2664676" y="2539999"/>
                </a:lnTo>
                <a:close/>
              </a:path>
            </a:pathLst>
          </a:custGeom>
          <a:solidFill>
            <a:srgbClr val="ECE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34810" y="7369330"/>
            <a:ext cx="3218180" cy="6464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875665" marR="5080" indent="-863600">
              <a:lnSpc>
                <a:spcPts val="2250"/>
              </a:lnSpc>
              <a:spcBef>
                <a:spcPts val="500"/>
              </a:spcBef>
            </a:pPr>
            <a:r>
              <a:rPr sz="2200" b="1" spc="185" dirty="0">
                <a:latin typeface="Tahoma"/>
                <a:cs typeface="Tahoma"/>
              </a:rPr>
              <a:t>Difficulty</a:t>
            </a:r>
            <a:r>
              <a:rPr sz="2200" b="1" spc="270" dirty="0">
                <a:latin typeface="Tahoma"/>
                <a:cs typeface="Tahoma"/>
              </a:rPr>
              <a:t> </a:t>
            </a:r>
            <a:r>
              <a:rPr sz="2200" b="1" spc="130" dirty="0">
                <a:latin typeface="Tahoma"/>
                <a:cs typeface="Tahoma"/>
              </a:rPr>
              <a:t>in</a:t>
            </a:r>
            <a:r>
              <a:rPr sz="2200" b="1" spc="270" dirty="0">
                <a:latin typeface="Tahoma"/>
                <a:cs typeface="Tahoma"/>
              </a:rPr>
              <a:t> </a:t>
            </a:r>
            <a:r>
              <a:rPr sz="2200" b="1" spc="210" dirty="0">
                <a:latin typeface="Tahoma"/>
                <a:cs typeface="Tahoma"/>
              </a:rPr>
              <a:t>Rocket </a:t>
            </a:r>
            <a:r>
              <a:rPr sz="2200" b="1" spc="-630" dirty="0">
                <a:latin typeface="Tahoma"/>
                <a:cs typeface="Tahoma"/>
              </a:rPr>
              <a:t> </a:t>
            </a:r>
            <a:r>
              <a:rPr sz="2200" b="1" spc="170" dirty="0">
                <a:latin typeface="Tahoma"/>
                <a:cs typeface="Tahoma"/>
              </a:rPr>
              <a:t>Retrieval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6656" y="0"/>
            <a:ext cx="1491342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7625695" cy="10287000"/>
            <a:chOff x="0" y="0"/>
            <a:chExt cx="17625695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53617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2402" y="9569511"/>
              <a:ext cx="16963390" cy="717550"/>
            </a:xfrm>
            <a:custGeom>
              <a:avLst/>
              <a:gdLst/>
              <a:ahLst/>
              <a:cxnLst/>
              <a:rect l="l" t="t" r="r" b="b"/>
              <a:pathLst>
                <a:path w="16963390" h="717550">
                  <a:moveTo>
                    <a:pt x="16963131" y="717488"/>
                  </a:moveTo>
                  <a:lnTo>
                    <a:pt x="0" y="717488"/>
                  </a:lnTo>
                  <a:lnTo>
                    <a:pt x="0" y="0"/>
                  </a:lnTo>
                  <a:lnTo>
                    <a:pt x="16963131" y="0"/>
                  </a:lnTo>
                  <a:lnTo>
                    <a:pt x="16963131" y="717488"/>
                  </a:lnTo>
                  <a:close/>
                </a:path>
              </a:pathLst>
            </a:custGeom>
            <a:solidFill>
              <a:srgbClr val="C2B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6385" y="9569511"/>
              <a:ext cx="6692900" cy="717550"/>
            </a:xfrm>
            <a:custGeom>
              <a:avLst/>
              <a:gdLst/>
              <a:ahLst/>
              <a:cxnLst/>
              <a:rect l="l" t="t" r="r" b="b"/>
              <a:pathLst>
                <a:path w="6692900" h="717550">
                  <a:moveTo>
                    <a:pt x="6692445" y="717488"/>
                  </a:moveTo>
                  <a:lnTo>
                    <a:pt x="5690035" y="717488"/>
                  </a:lnTo>
                  <a:lnTo>
                    <a:pt x="5693868" y="710742"/>
                  </a:lnTo>
                  <a:lnTo>
                    <a:pt x="5717838" y="666521"/>
                  </a:lnTo>
                  <a:lnTo>
                    <a:pt x="5740938" y="621796"/>
                  </a:lnTo>
                  <a:lnTo>
                    <a:pt x="5763158" y="576577"/>
                  </a:lnTo>
                  <a:lnTo>
                    <a:pt x="5784488" y="530877"/>
                  </a:lnTo>
                  <a:lnTo>
                    <a:pt x="5804916" y="484710"/>
                  </a:lnTo>
                  <a:lnTo>
                    <a:pt x="5824434" y="438086"/>
                  </a:lnTo>
                  <a:lnTo>
                    <a:pt x="5843029" y="391019"/>
                  </a:lnTo>
                  <a:lnTo>
                    <a:pt x="5860694" y="343521"/>
                  </a:lnTo>
                  <a:lnTo>
                    <a:pt x="5877416" y="295604"/>
                  </a:lnTo>
                  <a:lnTo>
                    <a:pt x="5893185" y="247280"/>
                  </a:lnTo>
                  <a:lnTo>
                    <a:pt x="5907992" y="198563"/>
                  </a:lnTo>
                  <a:lnTo>
                    <a:pt x="5921826" y="149464"/>
                  </a:lnTo>
                  <a:lnTo>
                    <a:pt x="5934676" y="99995"/>
                  </a:lnTo>
                  <a:lnTo>
                    <a:pt x="5946533" y="50170"/>
                  </a:lnTo>
                  <a:lnTo>
                    <a:pt x="5957386" y="0"/>
                  </a:lnTo>
                  <a:lnTo>
                    <a:pt x="6686801" y="0"/>
                  </a:lnTo>
                  <a:lnTo>
                    <a:pt x="6692445" y="717488"/>
                  </a:lnTo>
                  <a:close/>
                </a:path>
                <a:path w="6692900" h="717550">
                  <a:moveTo>
                    <a:pt x="1287760" y="717488"/>
                  </a:moveTo>
                  <a:lnTo>
                    <a:pt x="0" y="717488"/>
                  </a:lnTo>
                  <a:lnTo>
                    <a:pt x="4462" y="701551"/>
                  </a:lnTo>
                  <a:lnTo>
                    <a:pt x="16160" y="656570"/>
                  </a:lnTo>
                  <a:lnTo>
                    <a:pt x="27039" y="611294"/>
                  </a:lnTo>
                  <a:lnTo>
                    <a:pt x="37092" y="565731"/>
                  </a:lnTo>
                  <a:lnTo>
                    <a:pt x="46312" y="519891"/>
                  </a:lnTo>
                  <a:lnTo>
                    <a:pt x="54691" y="473783"/>
                  </a:lnTo>
                  <a:lnTo>
                    <a:pt x="62220" y="427416"/>
                  </a:lnTo>
                  <a:lnTo>
                    <a:pt x="68893" y="380800"/>
                  </a:lnTo>
                  <a:lnTo>
                    <a:pt x="74701" y="333944"/>
                  </a:lnTo>
                  <a:lnTo>
                    <a:pt x="79638" y="286856"/>
                  </a:lnTo>
                  <a:lnTo>
                    <a:pt x="83695" y="239547"/>
                  </a:lnTo>
                  <a:lnTo>
                    <a:pt x="86864" y="192026"/>
                  </a:lnTo>
                  <a:lnTo>
                    <a:pt x="89139" y="144301"/>
                  </a:lnTo>
                  <a:lnTo>
                    <a:pt x="90511" y="96382"/>
                  </a:lnTo>
                  <a:lnTo>
                    <a:pt x="90973" y="0"/>
                  </a:lnTo>
                  <a:lnTo>
                    <a:pt x="1020776" y="0"/>
                  </a:lnTo>
                  <a:lnTo>
                    <a:pt x="1031329" y="48805"/>
                  </a:lnTo>
                  <a:lnTo>
                    <a:pt x="1042803" y="97223"/>
                  </a:lnTo>
                  <a:lnTo>
                    <a:pt x="1055190" y="145245"/>
                  </a:lnTo>
                  <a:lnTo>
                    <a:pt x="1068477" y="192862"/>
                  </a:lnTo>
                  <a:lnTo>
                    <a:pt x="1082655" y="240065"/>
                  </a:lnTo>
                  <a:lnTo>
                    <a:pt x="1097714" y="286846"/>
                  </a:lnTo>
                  <a:lnTo>
                    <a:pt x="1113642" y="333197"/>
                  </a:lnTo>
                  <a:lnTo>
                    <a:pt x="1130430" y="379108"/>
                  </a:lnTo>
                  <a:lnTo>
                    <a:pt x="1148068" y="424571"/>
                  </a:lnTo>
                  <a:lnTo>
                    <a:pt x="1166544" y="469578"/>
                  </a:lnTo>
                  <a:lnTo>
                    <a:pt x="1185848" y="514119"/>
                  </a:lnTo>
                  <a:lnTo>
                    <a:pt x="1205970" y="558186"/>
                  </a:lnTo>
                  <a:lnTo>
                    <a:pt x="1226900" y="601771"/>
                  </a:lnTo>
                  <a:lnTo>
                    <a:pt x="1248628" y="644865"/>
                  </a:lnTo>
                  <a:lnTo>
                    <a:pt x="1271142" y="687459"/>
                  </a:lnTo>
                  <a:lnTo>
                    <a:pt x="1287760" y="717488"/>
                  </a:lnTo>
                  <a:close/>
                </a:path>
                <a:path w="6692900" h="717550">
                  <a:moveTo>
                    <a:pt x="90973" y="0"/>
                  </a:moveTo>
                  <a:lnTo>
                    <a:pt x="90973" y="48279"/>
                  </a:lnTo>
                  <a:lnTo>
                    <a:pt x="90517" y="0"/>
                  </a:lnTo>
                  <a:lnTo>
                    <a:pt x="90973" y="0"/>
                  </a:lnTo>
                  <a:close/>
                </a:path>
              </a:pathLst>
            </a:custGeom>
            <a:solidFill>
              <a:srgbClr val="BD41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75749" y="9553905"/>
              <a:ext cx="6565265" cy="733425"/>
            </a:xfrm>
            <a:custGeom>
              <a:avLst/>
              <a:gdLst/>
              <a:ahLst/>
              <a:cxnLst/>
              <a:rect l="l" t="t" r="r" b="b"/>
              <a:pathLst>
                <a:path w="6565265" h="733425">
                  <a:moveTo>
                    <a:pt x="6564907" y="733094"/>
                  </a:moveTo>
                  <a:lnTo>
                    <a:pt x="113405" y="733094"/>
                  </a:lnTo>
                  <a:lnTo>
                    <a:pt x="0" y="15606"/>
                  </a:lnTo>
                  <a:lnTo>
                    <a:pt x="1417439" y="15606"/>
                  </a:lnTo>
                  <a:lnTo>
                    <a:pt x="1417439" y="133"/>
                  </a:lnTo>
                  <a:lnTo>
                    <a:pt x="1456791" y="15605"/>
                  </a:lnTo>
                  <a:lnTo>
                    <a:pt x="3039451" y="647312"/>
                  </a:lnTo>
                  <a:lnTo>
                    <a:pt x="4622112" y="15605"/>
                  </a:lnTo>
                  <a:lnTo>
                    <a:pt x="6356762" y="15605"/>
                  </a:lnTo>
                  <a:lnTo>
                    <a:pt x="6564907" y="733094"/>
                  </a:lnTo>
                  <a:close/>
                </a:path>
                <a:path w="6565265" h="733425">
                  <a:moveTo>
                    <a:pt x="1417439" y="133"/>
                  </a:moveTo>
                  <a:lnTo>
                    <a:pt x="1417439" y="15606"/>
                  </a:lnTo>
                  <a:lnTo>
                    <a:pt x="1417099" y="0"/>
                  </a:lnTo>
                  <a:lnTo>
                    <a:pt x="1417439" y="133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4138" y="9568494"/>
              <a:ext cx="5277562" cy="7185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653686" y="9569511"/>
              <a:ext cx="4768215" cy="717550"/>
            </a:xfrm>
            <a:custGeom>
              <a:avLst/>
              <a:gdLst/>
              <a:ahLst/>
              <a:cxnLst/>
              <a:rect l="l" t="t" r="r" b="b"/>
              <a:pathLst>
                <a:path w="4768215" h="717550">
                  <a:moveTo>
                    <a:pt x="287670" y="717488"/>
                  </a:moveTo>
                  <a:lnTo>
                    <a:pt x="185616" y="717488"/>
                  </a:lnTo>
                  <a:lnTo>
                    <a:pt x="189573" y="701839"/>
                  </a:lnTo>
                  <a:lnTo>
                    <a:pt x="198044" y="689551"/>
                  </a:lnTo>
                  <a:lnTo>
                    <a:pt x="210967" y="688968"/>
                  </a:lnTo>
                  <a:lnTo>
                    <a:pt x="230698" y="698881"/>
                  </a:lnTo>
                  <a:lnTo>
                    <a:pt x="242079" y="701823"/>
                  </a:lnTo>
                  <a:lnTo>
                    <a:pt x="250502" y="697481"/>
                  </a:lnTo>
                  <a:lnTo>
                    <a:pt x="258608" y="692058"/>
                  </a:lnTo>
                  <a:lnTo>
                    <a:pt x="269034" y="691756"/>
                  </a:lnTo>
                  <a:lnTo>
                    <a:pt x="274219" y="699034"/>
                  </a:lnTo>
                  <a:lnTo>
                    <a:pt x="287670" y="717488"/>
                  </a:lnTo>
                  <a:close/>
                </a:path>
                <a:path w="4768215" h="717550">
                  <a:moveTo>
                    <a:pt x="2958722" y="717488"/>
                  </a:moveTo>
                  <a:lnTo>
                    <a:pt x="2902180" y="717488"/>
                  </a:lnTo>
                  <a:lnTo>
                    <a:pt x="2902614" y="717127"/>
                  </a:lnTo>
                  <a:lnTo>
                    <a:pt x="2907820" y="712452"/>
                  </a:lnTo>
                  <a:lnTo>
                    <a:pt x="2912543" y="707506"/>
                  </a:lnTo>
                  <a:lnTo>
                    <a:pt x="2917107" y="702401"/>
                  </a:lnTo>
                  <a:lnTo>
                    <a:pt x="2921608" y="697232"/>
                  </a:lnTo>
                  <a:lnTo>
                    <a:pt x="2926141" y="692096"/>
                  </a:lnTo>
                  <a:lnTo>
                    <a:pt x="2958529" y="717015"/>
                  </a:lnTo>
                  <a:lnTo>
                    <a:pt x="2958722" y="717488"/>
                  </a:lnTo>
                  <a:close/>
                </a:path>
                <a:path w="4768215" h="717550">
                  <a:moveTo>
                    <a:pt x="3584168" y="717488"/>
                  </a:moveTo>
                  <a:lnTo>
                    <a:pt x="3578765" y="717488"/>
                  </a:lnTo>
                  <a:lnTo>
                    <a:pt x="3582274" y="715844"/>
                  </a:lnTo>
                  <a:lnTo>
                    <a:pt x="3584168" y="717488"/>
                  </a:lnTo>
                  <a:close/>
                </a:path>
                <a:path w="4768215" h="717550">
                  <a:moveTo>
                    <a:pt x="254701" y="159288"/>
                  </a:moveTo>
                  <a:lnTo>
                    <a:pt x="254701" y="201776"/>
                  </a:lnTo>
                  <a:lnTo>
                    <a:pt x="244481" y="188216"/>
                  </a:lnTo>
                  <a:lnTo>
                    <a:pt x="222556" y="175737"/>
                  </a:lnTo>
                  <a:lnTo>
                    <a:pt x="232898" y="167250"/>
                  </a:lnTo>
                  <a:lnTo>
                    <a:pt x="243717" y="161022"/>
                  </a:lnTo>
                  <a:lnTo>
                    <a:pt x="253853" y="159288"/>
                  </a:lnTo>
                  <a:lnTo>
                    <a:pt x="254701" y="159288"/>
                  </a:lnTo>
                  <a:close/>
                </a:path>
                <a:path w="4768215" h="717550">
                  <a:moveTo>
                    <a:pt x="284640" y="215431"/>
                  </a:moveTo>
                  <a:lnTo>
                    <a:pt x="279891" y="223913"/>
                  </a:lnTo>
                  <a:lnTo>
                    <a:pt x="279213" y="232055"/>
                  </a:lnTo>
                  <a:lnTo>
                    <a:pt x="276971" y="253296"/>
                  </a:lnTo>
                  <a:lnTo>
                    <a:pt x="271198" y="264582"/>
                  </a:lnTo>
                  <a:lnTo>
                    <a:pt x="257219" y="269697"/>
                  </a:lnTo>
                  <a:lnTo>
                    <a:pt x="230359" y="272427"/>
                  </a:lnTo>
                  <a:lnTo>
                    <a:pt x="233285" y="257330"/>
                  </a:lnTo>
                  <a:lnTo>
                    <a:pt x="234796" y="250195"/>
                  </a:lnTo>
                  <a:lnTo>
                    <a:pt x="236466" y="243251"/>
                  </a:lnTo>
                  <a:lnTo>
                    <a:pt x="237144" y="241215"/>
                  </a:lnTo>
                  <a:lnTo>
                    <a:pt x="241216" y="240537"/>
                  </a:lnTo>
                  <a:lnTo>
                    <a:pt x="242572" y="238501"/>
                  </a:lnTo>
                  <a:lnTo>
                    <a:pt x="253853" y="218008"/>
                  </a:lnTo>
                  <a:lnTo>
                    <a:pt x="254701" y="201776"/>
                  </a:lnTo>
                  <a:lnTo>
                    <a:pt x="254701" y="159288"/>
                  </a:lnTo>
                  <a:lnTo>
                    <a:pt x="264624" y="163863"/>
                  </a:lnTo>
                  <a:lnTo>
                    <a:pt x="271494" y="172673"/>
                  </a:lnTo>
                  <a:lnTo>
                    <a:pt x="276329" y="183964"/>
                  </a:lnTo>
                  <a:lnTo>
                    <a:pt x="279891" y="196400"/>
                  </a:lnTo>
                  <a:lnTo>
                    <a:pt x="284640" y="215431"/>
                  </a:lnTo>
                  <a:close/>
                </a:path>
                <a:path w="4768215" h="717550">
                  <a:moveTo>
                    <a:pt x="57674" y="602869"/>
                  </a:moveTo>
                  <a:lnTo>
                    <a:pt x="57335" y="603548"/>
                  </a:lnTo>
                  <a:lnTo>
                    <a:pt x="54620" y="609316"/>
                  </a:lnTo>
                  <a:lnTo>
                    <a:pt x="51907" y="619493"/>
                  </a:lnTo>
                  <a:lnTo>
                    <a:pt x="37949" y="619434"/>
                  </a:lnTo>
                  <a:lnTo>
                    <a:pt x="0" y="600155"/>
                  </a:lnTo>
                  <a:lnTo>
                    <a:pt x="3053" y="596084"/>
                  </a:lnTo>
                  <a:lnTo>
                    <a:pt x="10888" y="586696"/>
                  </a:lnTo>
                  <a:lnTo>
                    <a:pt x="19677" y="577467"/>
                  </a:lnTo>
                  <a:lnTo>
                    <a:pt x="39370" y="558056"/>
                  </a:lnTo>
                  <a:lnTo>
                    <a:pt x="39370" y="570671"/>
                  </a:lnTo>
                  <a:lnTo>
                    <a:pt x="40245" y="582938"/>
                  </a:lnTo>
                  <a:lnTo>
                    <a:pt x="45000" y="593041"/>
                  </a:lnTo>
                  <a:lnTo>
                    <a:pt x="55639" y="600155"/>
                  </a:lnTo>
                  <a:lnTo>
                    <a:pt x="56657" y="600494"/>
                  </a:lnTo>
                  <a:lnTo>
                    <a:pt x="57674" y="602869"/>
                  </a:lnTo>
                  <a:close/>
                </a:path>
                <a:path w="4768215" h="717550">
                  <a:moveTo>
                    <a:pt x="40372" y="557069"/>
                  </a:moveTo>
                  <a:lnTo>
                    <a:pt x="39370" y="570671"/>
                  </a:lnTo>
                  <a:lnTo>
                    <a:pt x="39370" y="558056"/>
                  </a:lnTo>
                  <a:lnTo>
                    <a:pt x="40372" y="557069"/>
                  </a:lnTo>
                  <a:close/>
                </a:path>
                <a:path w="4768215" h="717550">
                  <a:moveTo>
                    <a:pt x="3022436" y="717488"/>
                  </a:moveTo>
                  <a:lnTo>
                    <a:pt x="2983402" y="717488"/>
                  </a:lnTo>
                  <a:lnTo>
                    <a:pt x="2982119" y="694810"/>
                  </a:lnTo>
                  <a:lnTo>
                    <a:pt x="3022436" y="717488"/>
                  </a:lnTo>
                  <a:close/>
                </a:path>
                <a:path w="4768215" h="717550">
                  <a:moveTo>
                    <a:pt x="3652501" y="643581"/>
                  </a:moveTo>
                  <a:lnTo>
                    <a:pt x="3651981" y="660295"/>
                  </a:lnTo>
                  <a:lnTo>
                    <a:pt x="3643765" y="673733"/>
                  </a:lnTo>
                  <a:lnTo>
                    <a:pt x="3631604" y="685326"/>
                  </a:lnTo>
                  <a:lnTo>
                    <a:pt x="3619253" y="696506"/>
                  </a:lnTo>
                  <a:lnTo>
                    <a:pt x="3616200" y="695488"/>
                  </a:lnTo>
                  <a:lnTo>
                    <a:pt x="3613485" y="694809"/>
                  </a:lnTo>
                  <a:lnTo>
                    <a:pt x="3610432" y="693792"/>
                  </a:lnTo>
                  <a:lnTo>
                    <a:pt x="3610433" y="626957"/>
                  </a:lnTo>
                  <a:lnTo>
                    <a:pt x="3624210" y="624688"/>
                  </a:lnTo>
                  <a:lnTo>
                    <a:pt x="3636938" y="627126"/>
                  </a:lnTo>
                  <a:lnTo>
                    <a:pt x="3646930" y="633636"/>
                  </a:lnTo>
                  <a:lnTo>
                    <a:pt x="3652501" y="643581"/>
                  </a:lnTo>
                  <a:close/>
                </a:path>
                <a:path w="4768215" h="717550">
                  <a:moveTo>
                    <a:pt x="3607718" y="571318"/>
                  </a:moveTo>
                  <a:lnTo>
                    <a:pt x="3602672" y="582497"/>
                  </a:lnTo>
                  <a:lnTo>
                    <a:pt x="3598389" y="592310"/>
                  </a:lnTo>
                  <a:lnTo>
                    <a:pt x="3594360" y="601040"/>
                  </a:lnTo>
                  <a:lnTo>
                    <a:pt x="3590077" y="608976"/>
                  </a:lnTo>
                  <a:lnTo>
                    <a:pt x="3586006" y="615422"/>
                  </a:lnTo>
                  <a:lnTo>
                    <a:pt x="3579220" y="620172"/>
                  </a:lnTo>
                  <a:lnTo>
                    <a:pt x="3573453" y="625600"/>
                  </a:lnTo>
                  <a:lnTo>
                    <a:pt x="3571078" y="619832"/>
                  </a:lnTo>
                  <a:lnTo>
                    <a:pt x="3568703" y="613726"/>
                  </a:lnTo>
                  <a:lnTo>
                    <a:pt x="3565990" y="607958"/>
                  </a:lnTo>
                  <a:lnTo>
                    <a:pt x="3563954" y="603208"/>
                  </a:lnTo>
                  <a:lnTo>
                    <a:pt x="3561918" y="598120"/>
                  </a:lnTo>
                  <a:lnTo>
                    <a:pt x="3558865" y="594388"/>
                  </a:lnTo>
                  <a:lnTo>
                    <a:pt x="3551703" y="582471"/>
                  </a:lnTo>
                  <a:lnTo>
                    <a:pt x="3552206" y="572081"/>
                  </a:lnTo>
                  <a:lnTo>
                    <a:pt x="3558244" y="563090"/>
                  </a:lnTo>
                  <a:lnTo>
                    <a:pt x="3567685" y="555372"/>
                  </a:lnTo>
                  <a:lnTo>
                    <a:pt x="3577975" y="550368"/>
                  </a:lnTo>
                  <a:lnTo>
                    <a:pt x="3587659" y="549944"/>
                  </a:lnTo>
                  <a:lnTo>
                    <a:pt x="3596263" y="554609"/>
                  </a:lnTo>
                  <a:lnTo>
                    <a:pt x="3603307" y="564871"/>
                  </a:lnTo>
                  <a:lnTo>
                    <a:pt x="3604665" y="567925"/>
                  </a:lnTo>
                  <a:lnTo>
                    <a:pt x="3607039" y="570639"/>
                  </a:lnTo>
                  <a:lnTo>
                    <a:pt x="3607718" y="571318"/>
                  </a:lnTo>
                  <a:close/>
                </a:path>
                <a:path w="4768215" h="717550">
                  <a:moveTo>
                    <a:pt x="280050" y="61448"/>
                  </a:moveTo>
                  <a:lnTo>
                    <a:pt x="279552" y="67173"/>
                  </a:lnTo>
                  <a:lnTo>
                    <a:pt x="270243" y="84502"/>
                  </a:lnTo>
                  <a:lnTo>
                    <a:pt x="259789" y="101736"/>
                  </a:lnTo>
                  <a:lnTo>
                    <a:pt x="236466" y="138079"/>
                  </a:lnTo>
                  <a:lnTo>
                    <a:pt x="214965" y="115306"/>
                  </a:lnTo>
                  <a:lnTo>
                    <a:pt x="214758" y="104445"/>
                  </a:lnTo>
                  <a:lnTo>
                    <a:pt x="232395" y="91261"/>
                  </a:lnTo>
                  <a:lnTo>
                    <a:pt x="242027" y="82339"/>
                  </a:lnTo>
                  <a:lnTo>
                    <a:pt x="249400" y="68997"/>
                  </a:lnTo>
                  <a:lnTo>
                    <a:pt x="255820" y="53809"/>
                  </a:lnTo>
                  <a:lnTo>
                    <a:pt x="262589" y="39354"/>
                  </a:lnTo>
                  <a:lnTo>
                    <a:pt x="268696" y="39354"/>
                  </a:lnTo>
                  <a:lnTo>
                    <a:pt x="271749" y="39693"/>
                  </a:lnTo>
                  <a:lnTo>
                    <a:pt x="274686" y="46945"/>
                  </a:lnTo>
                  <a:lnTo>
                    <a:pt x="277940" y="54451"/>
                  </a:lnTo>
                  <a:lnTo>
                    <a:pt x="280050" y="61448"/>
                  </a:lnTo>
                  <a:close/>
                </a:path>
                <a:path w="4768215" h="717550">
                  <a:moveTo>
                    <a:pt x="3728156" y="205932"/>
                  </a:moveTo>
                  <a:lnTo>
                    <a:pt x="3724010" y="212723"/>
                  </a:lnTo>
                  <a:lnTo>
                    <a:pt x="3718656" y="219036"/>
                  </a:lnTo>
                  <a:lnTo>
                    <a:pt x="3712794" y="225159"/>
                  </a:lnTo>
                  <a:lnTo>
                    <a:pt x="3707122" y="231377"/>
                  </a:lnTo>
                  <a:lnTo>
                    <a:pt x="3703730" y="226966"/>
                  </a:lnTo>
                  <a:lnTo>
                    <a:pt x="3700337" y="222895"/>
                  </a:lnTo>
                  <a:lnTo>
                    <a:pt x="3696605" y="218485"/>
                  </a:lnTo>
                  <a:lnTo>
                    <a:pt x="3728156" y="205932"/>
                  </a:lnTo>
                  <a:close/>
                </a:path>
                <a:path w="4768215" h="717550">
                  <a:moveTo>
                    <a:pt x="4767997" y="15266"/>
                  </a:moveTo>
                  <a:lnTo>
                    <a:pt x="4761296" y="35410"/>
                  </a:lnTo>
                  <a:lnTo>
                    <a:pt x="4757787" y="45370"/>
                  </a:lnTo>
                  <a:lnTo>
                    <a:pt x="4754087" y="55299"/>
                  </a:lnTo>
                  <a:lnTo>
                    <a:pt x="4753409" y="57335"/>
                  </a:lnTo>
                  <a:lnTo>
                    <a:pt x="4750016" y="58352"/>
                  </a:lnTo>
                  <a:lnTo>
                    <a:pt x="4741195" y="64459"/>
                  </a:lnTo>
                  <a:lnTo>
                    <a:pt x="4736895" y="42730"/>
                  </a:lnTo>
                  <a:lnTo>
                    <a:pt x="4724867" y="32357"/>
                  </a:lnTo>
                  <a:lnTo>
                    <a:pt x="4707941" y="28535"/>
                  </a:lnTo>
                  <a:lnTo>
                    <a:pt x="4688948" y="26462"/>
                  </a:lnTo>
                  <a:lnTo>
                    <a:pt x="4695065" y="17413"/>
                  </a:lnTo>
                  <a:lnTo>
                    <a:pt x="4700992" y="9541"/>
                  </a:lnTo>
                  <a:lnTo>
                    <a:pt x="4707173" y="3514"/>
                  </a:lnTo>
                  <a:lnTo>
                    <a:pt x="4714054" y="0"/>
                  </a:lnTo>
                  <a:lnTo>
                    <a:pt x="4722196" y="0"/>
                  </a:lnTo>
                  <a:lnTo>
                    <a:pt x="4726267" y="678"/>
                  </a:lnTo>
                  <a:lnTo>
                    <a:pt x="4731017" y="2714"/>
                  </a:lnTo>
                  <a:lnTo>
                    <a:pt x="4736895" y="6160"/>
                  </a:lnTo>
                  <a:lnTo>
                    <a:pt x="4743903" y="9541"/>
                  </a:lnTo>
                  <a:lnTo>
                    <a:pt x="4751754" y="11704"/>
                  </a:lnTo>
                  <a:lnTo>
                    <a:pt x="4759923" y="13358"/>
                  </a:lnTo>
                  <a:lnTo>
                    <a:pt x="4767997" y="15266"/>
                  </a:lnTo>
                  <a:close/>
                </a:path>
                <a:path w="4768215" h="717550">
                  <a:moveTo>
                    <a:pt x="3835025" y="232734"/>
                  </a:moveTo>
                  <a:lnTo>
                    <a:pt x="3834685" y="235108"/>
                  </a:lnTo>
                  <a:lnTo>
                    <a:pt x="3831775" y="252103"/>
                  </a:lnTo>
                  <a:lnTo>
                    <a:pt x="3822472" y="302961"/>
                  </a:lnTo>
                  <a:lnTo>
                    <a:pt x="3806834" y="279880"/>
                  </a:lnTo>
                  <a:lnTo>
                    <a:pt x="3800674" y="260299"/>
                  </a:lnTo>
                  <a:lnTo>
                    <a:pt x="3803293" y="243897"/>
                  </a:lnTo>
                  <a:lnTo>
                    <a:pt x="3813990" y="230358"/>
                  </a:lnTo>
                  <a:lnTo>
                    <a:pt x="3817383" y="227644"/>
                  </a:lnTo>
                  <a:lnTo>
                    <a:pt x="3823490" y="226627"/>
                  </a:lnTo>
                  <a:lnTo>
                    <a:pt x="3828240" y="227305"/>
                  </a:lnTo>
                  <a:lnTo>
                    <a:pt x="3830614" y="227305"/>
                  </a:lnTo>
                  <a:lnTo>
                    <a:pt x="3835025" y="232734"/>
                  </a:lnTo>
                  <a:close/>
                </a:path>
                <a:path w="4768215" h="717550">
                  <a:moveTo>
                    <a:pt x="4351721" y="293122"/>
                  </a:moveTo>
                  <a:lnTo>
                    <a:pt x="4333406" y="281837"/>
                  </a:lnTo>
                  <a:lnTo>
                    <a:pt x="4316395" y="281715"/>
                  </a:lnTo>
                  <a:lnTo>
                    <a:pt x="4300710" y="285262"/>
                  </a:lnTo>
                  <a:lnTo>
                    <a:pt x="4284886" y="285319"/>
                  </a:lnTo>
                  <a:lnTo>
                    <a:pt x="4300710" y="267407"/>
                  </a:lnTo>
                  <a:lnTo>
                    <a:pt x="4314275" y="247873"/>
                  </a:lnTo>
                  <a:lnTo>
                    <a:pt x="4329685" y="230693"/>
                  </a:lnTo>
                  <a:lnTo>
                    <a:pt x="4340642" y="225126"/>
                  </a:lnTo>
                  <a:lnTo>
                    <a:pt x="4340642" y="275687"/>
                  </a:lnTo>
                  <a:lnTo>
                    <a:pt x="4351721" y="293122"/>
                  </a:lnTo>
                  <a:close/>
                </a:path>
                <a:path w="4768215" h="717550">
                  <a:moveTo>
                    <a:pt x="4379578" y="224719"/>
                  </a:moveTo>
                  <a:lnTo>
                    <a:pt x="4377039" y="229850"/>
                  </a:lnTo>
                  <a:lnTo>
                    <a:pt x="4371510" y="234218"/>
                  </a:lnTo>
                  <a:lnTo>
                    <a:pt x="4366648" y="238840"/>
                  </a:lnTo>
                  <a:lnTo>
                    <a:pt x="4364273" y="242233"/>
                  </a:lnTo>
                  <a:lnTo>
                    <a:pt x="4362917" y="246304"/>
                  </a:lnTo>
                  <a:lnTo>
                    <a:pt x="4360202" y="249018"/>
                  </a:lnTo>
                  <a:lnTo>
                    <a:pt x="4350671" y="256339"/>
                  </a:lnTo>
                  <a:lnTo>
                    <a:pt x="4342221" y="264327"/>
                  </a:lnTo>
                  <a:lnTo>
                    <a:pt x="4340642" y="275687"/>
                  </a:lnTo>
                  <a:lnTo>
                    <a:pt x="4340642" y="225126"/>
                  </a:lnTo>
                  <a:lnTo>
                    <a:pt x="4351043" y="219842"/>
                  </a:lnTo>
                  <a:lnTo>
                    <a:pt x="4357722" y="218140"/>
                  </a:lnTo>
                  <a:lnTo>
                    <a:pt x="4364783" y="216661"/>
                  </a:lnTo>
                  <a:lnTo>
                    <a:pt x="4371080" y="216264"/>
                  </a:lnTo>
                  <a:lnTo>
                    <a:pt x="4375470" y="217806"/>
                  </a:lnTo>
                  <a:lnTo>
                    <a:pt x="4379578" y="224719"/>
                  </a:lnTo>
                  <a:close/>
                </a:path>
              </a:pathLst>
            </a:custGeom>
            <a:solidFill>
              <a:srgbClr val="FFF1E7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9613" y="0"/>
              <a:ext cx="16882110" cy="657860"/>
            </a:xfrm>
            <a:custGeom>
              <a:avLst/>
              <a:gdLst/>
              <a:ahLst/>
              <a:cxnLst/>
              <a:rect l="l" t="t" r="r" b="b"/>
              <a:pathLst>
                <a:path w="16882110" h="657860">
                  <a:moveTo>
                    <a:pt x="0" y="657318"/>
                  </a:moveTo>
                  <a:lnTo>
                    <a:pt x="0" y="0"/>
                  </a:lnTo>
                  <a:lnTo>
                    <a:pt x="16881965" y="0"/>
                  </a:lnTo>
                  <a:lnTo>
                    <a:pt x="16881965" y="657318"/>
                  </a:lnTo>
                  <a:lnTo>
                    <a:pt x="0" y="657318"/>
                  </a:lnTo>
                  <a:close/>
                </a:path>
              </a:pathLst>
            </a:custGeom>
            <a:solidFill>
              <a:srgbClr val="F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661" y="0"/>
              <a:ext cx="16067916" cy="6573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0182" y="4964008"/>
              <a:ext cx="152400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0182" y="5449783"/>
              <a:ext cx="152400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0182" y="5935558"/>
              <a:ext cx="152400" cy="1523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70920" y="1983135"/>
            <a:ext cx="11307445" cy="1177290"/>
          </a:xfrm>
          <a:prstGeom prst="rect">
            <a:avLst/>
          </a:prstGeom>
          <a:solidFill>
            <a:srgbClr val="BD412B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b="1" spc="170" dirty="0">
                <a:solidFill>
                  <a:srgbClr val="FFFFFF"/>
                </a:solidFill>
                <a:latin typeface="Tahoma"/>
                <a:cs typeface="Tahoma"/>
              </a:rPr>
              <a:t>Task</a:t>
            </a:r>
            <a:r>
              <a:rPr sz="2200" b="1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b="1" spc="229" dirty="0">
                <a:solidFill>
                  <a:srgbClr val="FFFFFF"/>
                </a:solidFill>
                <a:latin typeface="Tahoma"/>
                <a:cs typeface="Tahoma"/>
              </a:rPr>
              <a:t>accomplished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98213" y="4704134"/>
            <a:ext cx="7545070" cy="15684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5080" indent="633095">
              <a:lnSpc>
                <a:spcPts val="3829"/>
              </a:lnSpc>
              <a:spcBef>
                <a:spcPts val="780"/>
              </a:spcBef>
            </a:pPr>
            <a:r>
              <a:rPr sz="3750" spc="330" dirty="0">
                <a:latin typeface="Verdana"/>
                <a:cs typeface="Verdana"/>
              </a:rPr>
              <a:t>Designing</a:t>
            </a:r>
            <a:r>
              <a:rPr sz="3750" spc="165" dirty="0">
                <a:latin typeface="Verdana"/>
                <a:cs typeface="Verdana"/>
              </a:rPr>
              <a:t> </a:t>
            </a:r>
            <a:r>
              <a:rPr sz="3750" spc="140" dirty="0">
                <a:latin typeface="Verdana"/>
                <a:cs typeface="Verdana"/>
              </a:rPr>
              <a:t>of</a:t>
            </a:r>
            <a:r>
              <a:rPr sz="3750" spc="165" dirty="0">
                <a:latin typeface="Verdana"/>
                <a:cs typeface="Verdana"/>
              </a:rPr>
              <a:t> </a:t>
            </a:r>
            <a:r>
              <a:rPr sz="3750" spc="254" dirty="0">
                <a:latin typeface="Verdana"/>
                <a:cs typeface="Verdana"/>
              </a:rPr>
              <a:t>the</a:t>
            </a:r>
            <a:r>
              <a:rPr sz="3750" spc="165" dirty="0">
                <a:latin typeface="Verdana"/>
                <a:cs typeface="Verdana"/>
              </a:rPr>
              <a:t> </a:t>
            </a:r>
            <a:r>
              <a:rPr sz="3750" spc="295" dirty="0">
                <a:latin typeface="Verdana"/>
                <a:cs typeface="Verdana"/>
              </a:rPr>
              <a:t>antenna </a:t>
            </a:r>
            <a:r>
              <a:rPr sz="3750" spc="-1305" dirty="0">
                <a:latin typeface="Verdana"/>
                <a:cs typeface="Verdana"/>
              </a:rPr>
              <a:t> </a:t>
            </a:r>
            <a:r>
              <a:rPr sz="3750" spc="305" dirty="0">
                <a:latin typeface="Verdana"/>
                <a:cs typeface="Verdana"/>
              </a:rPr>
              <a:t>Acquisition </a:t>
            </a:r>
            <a:r>
              <a:rPr sz="3750" spc="140" dirty="0">
                <a:latin typeface="Verdana"/>
                <a:cs typeface="Verdana"/>
              </a:rPr>
              <a:t>of </a:t>
            </a:r>
            <a:r>
              <a:rPr sz="3750" spc="345" dirty="0">
                <a:latin typeface="Verdana"/>
                <a:cs typeface="Verdana"/>
              </a:rPr>
              <a:t>components </a:t>
            </a:r>
            <a:r>
              <a:rPr sz="3750" spc="350" dirty="0">
                <a:latin typeface="Verdana"/>
                <a:cs typeface="Verdana"/>
              </a:rPr>
              <a:t> </a:t>
            </a:r>
            <a:r>
              <a:rPr sz="3750" spc="300" dirty="0">
                <a:latin typeface="Verdana"/>
                <a:cs typeface="Verdana"/>
              </a:rPr>
              <a:t>Design</a:t>
            </a:r>
            <a:r>
              <a:rPr sz="3750" spc="180" dirty="0">
                <a:latin typeface="Verdana"/>
                <a:cs typeface="Verdana"/>
              </a:rPr>
              <a:t> </a:t>
            </a:r>
            <a:r>
              <a:rPr sz="3750" spc="140" dirty="0">
                <a:latin typeface="Verdana"/>
                <a:cs typeface="Verdana"/>
              </a:rPr>
              <a:t>of</a:t>
            </a:r>
            <a:r>
              <a:rPr sz="3750" spc="185" dirty="0">
                <a:latin typeface="Verdana"/>
                <a:cs typeface="Verdana"/>
              </a:rPr>
              <a:t> </a:t>
            </a:r>
            <a:r>
              <a:rPr sz="3750" spc="204" dirty="0">
                <a:latin typeface="Verdana"/>
                <a:cs typeface="Verdana"/>
              </a:rPr>
              <a:t>sensor</a:t>
            </a:r>
            <a:r>
              <a:rPr sz="3750" spc="185" dirty="0">
                <a:latin typeface="Verdana"/>
                <a:cs typeface="Verdana"/>
              </a:rPr>
              <a:t> </a:t>
            </a:r>
            <a:r>
              <a:rPr sz="3750" spc="290" dirty="0">
                <a:latin typeface="Verdana"/>
                <a:cs typeface="Verdana"/>
              </a:rPr>
              <a:t>network</a:t>
            </a:r>
            <a:endParaRPr sz="3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24255" cy="10287000"/>
            <a:chOff x="0" y="0"/>
            <a:chExt cx="1024255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24255" cy="10287000"/>
            </a:xfrm>
            <a:custGeom>
              <a:avLst/>
              <a:gdLst/>
              <a:ahLst/>
              <a:cxnLst/>
              <a:rect l="l" t="t" r="r" b="b"/>
              <a:pathLst>
                <a:path w="1024255" h="10287000">
                  <a:moveTo>
                    <a:pt x="102422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024228" y="0"/>
                  </a:lnTo>
                  <a:lnTo>
                    <a:pt x="1024228" y="10286999"/>
                  </a:lnTo>
                  <a:close/>
                </a:path>
              </a:pathLst>
            </a:custGeom>
            <a:solidFill>
              <a:srgbClr val="9D3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5842" y="10131862"/>
              <a:ext cx="528955" cy="155575"/>
            </a:xfrm>
            <a:custGeom>
              <a:avLst/>
              <a:gdLst/>
              <a:ahLst/>
              <a:cxnLst/>
              <a:rect l="l" t="t" r="r" b="b"/>
              <a:pathLst>
                <a:path w="528955" h="155575">
                  <a:moveTo>
                    <a:pt x="528386" y="155136"/>
                  </a:moveTo>
                  <a:lnTo>
                    <a:pt x="0" y="155136"/>
                  </a:lnTo>
                  <a:lnTo>
                    <a:pt x="528386" y="0"/>
                  </a:lnTo>
                  <a:lnTo>
                    <a:pt x="528386" y="155136"/>
                  </a:lnTo>
                  <a:close/>
                </a:path>
              </a:pathLst>
            </a:custGeom>
            <a:solidFill>
              <a:srgbClr val="161B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77649"/>
              <a:ext cx="1024228" cy="671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96656" y="0"/>
              <a:ext cx="1491342" cy="10286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0671" cy="17520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8746" y="9499902"/>
              <a:ext cx="16963390" cy="787400"/>
            </a:xfrm>
            <a:custGeom>
              <a:avLst/>
              <a:gdLst/>
              <a:ahLst/>
              <a:cxnLst/>
              <a:rect l="l" t="t" r="r" b="b"/>
              <a:pathLst>
                <a:path w="16963390" h="787400">
                  <a:moveTo>
                    <a:pt x="16963131" y="787096"/>
                  </a:moveTo>
                  <a:lnTo>
                    <a:pt x="0" y="787096"/>
                  </a:lnTo>
                  <a:lnTo>
                    <a:pt x="0" y="0"/>
                  </a:lnTo>
                  <a:lnTo>
                    <a:pt x="16963131" y="0"/>
                  </a:lnTo>
                  <a:lnTo>
                    <a:pt x="16963131" y="787096"/>
                  </a:lnTo>
                  <a:close/>
                </a:path>
              </a:pathLst>
            </a:custGeom>
            <a:solidFill>
              <a:srgbClr val="C2B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2420" y="9499902"/>
              <a:ext cx="6713855" cy="787400"/>
            </a:xfrm>
            <a:custGeom>
              <a:avLst/>
              <a:gdLst/>
              <a:ahLst/>
              <a:cxnLst/>
              <a:rect l="l" t="t" r="r" b="b"/>
              <a:pathLst>
                <a:path w="6713855" h="787400">
                  <a:moveTo>
                    <a:pt x="6713303" y="787096"/>
                  </a:moveTo>
                  <a:lnTo>
                    <a:pt x="5669927" y="787096"/>
                  </a:lnTo>
                  <a:lnTo>
                    <a:pt x="5689348" y="754445"/>
                  </a:lnTo>
                  <a:lnTo>
                    <a:pt x="5714178" y="710742"/>
                  </a:lnTo>
                  <a:lnTo>
                    <a:pt x="5738148" y="666521"/>
                  </a:lnTo>
                  <a:lnTo>
                    <a:pt x="5761248" y="621796"/>
                  </a:lnTo>
                  <a:lnTo>
                    <a:pt x="5783468" y="576577"/>
                  </a:lnTo>
                  <a:lnTo>
                    <a:pt x="5804798" y="530877"/>
                  </a:lnTo>
                  <a:lnTo>
                    <a:pt x="5825226" y="484710"/>
                  </a:lnTo>
                  <a:lnTo>
                    <a:pt x="5844744" y="438086"/>
                  </a:lnTo>
                  <a:lnTo>
                    <a:pt x="5863340" y="391019"/>
                  </a:lnTo>
                  <a:lnTo>
                    <a:pt x="5881004" y="343521"/>
                  </a:lnTo>
                  <a:lnTo>
                    <a:pt x="5897726" y="295604"/>
                  </a:lnTo>
                  <a:lnTo>
                    <a:pt x="5913495" y="247280"/>
                  </a:lnTo>
                  <a:lnTo>
                    <a:pt x="5928302" y="198563"/>
                  </a:lnTo>
                  <a:lnTo>
                    <a:pt x="5942136" y="149464"/>
                  </a:lnTo>
                  <a:lnTo>
                    <a:pt x="5954986" y="99995"/>
                  </a:lnTo>
                  <a:lnTo>
                    <a:pt x="5966843" y="50170"/>
                  </a:lnTo>
                  <a:lnTo>
                    <a:pt x="5977696" y="0"/>
                  </a:lnTo>
                  <a:lnTo>
                    <a:pt x="6707111" y="0"/>
                  </a:lnTo>
                  <a:lnTo>
                    <a:pt x="6713303" y="787096"/>
                  </a:lnTo>
                  <a:close/>
                </a:path>
                <a:path w="6713855" h="787400">
                  <a:moveTo>
                    <a:pt x="1348461" y="787096"/>
                  </a:moveTo>
                  <a:lnTo>
                    <a:pt x="0" y="787096"/>
                  </a:lnTo>
                  <a:lnTo>
                    <a:pt x="12263" y="746227"/>
                  </a:lnTo>
                  <a:lnTo>
                    <a:pt x="24772" y="701551"/>
                  </a:lnTo>
                  <a:lnTo>
                    <a:pt x="36470" y="656570"/>
                  </a:lnTo>
                  <a:lnTo>
                    <a:pt x="47349" y="611294"/>
                  </a:lnTo>
                  <a:lnTo>
                    <a:pt x="57403" y="565731"/>
                  </a:lnTo>
                  <a:lnTo>
                    <a:pt x="66622" y="519891"/>
                  </a:lnTo>
                  <a:lnTo>
                    <a:pt x="75001" y="473783"/>
                  </a:lnTo>
                  <a:lnTo>
                    <a:pt x="82530" y="427416"/>
                  </a:lnTo>
                  <a:lnTo>
                    <a:pt x="89203" y="380800"/>
                  </a:lnTo>
                  <a:lnTo>
                    <a:pt x="95011" y="333944"/>
                  </a:lnTo>
                  <a:lnTo>
                    <a:pt x="99948" y="286856"/>
                  </a:lnTo>
                  <a:lnTo>
                    <a:pt x="104005" y="239547"/>
                  </a:lnTo>
                  <a:lnTo>
                    <a:pt x="107174" y="192026"/>
                  </a:lnTo>
                  <a:lnTo>
                    <a:pt x="109449" y="144301"/>
                  </a:lnTo>
                  <a:lnTo>
                    <a:pt x="110821" y="96382"/>
                  </a:lnTo>
                  <a:lnTo>
                    <a:pt x="111283" y="0"/>
                  </a:lnTo>
                  <a:lnTo>
                    <a:pt x="1041086" y="0"/>
                  </a:lnTo>
                  <a:lnTo>
                    <a:pt x="1051639" y="48805"/>
                  </a:lnTo>
                  <a:lnTo>
                    <a:pt x="1063114" y="97223"/>
                  </a:lnTo>
                  <a:lnTo>
                    <a:pt x="1075500" y="145245"/>
                  </a:lnTo>
                  <a:lnTo>
                    <a:pt x="1088787" y="192862"/>
                  </a:lnTo>
                  <a:lnTo>
                    <a:pt x="1102966" y="240065"/>
                  </a:lnTo>
                  <a:lnTo>
                    <a:pt x="1118024" y="286846"/>
                  </a:lnTo>
                  <a:lnTo>
                    <a:pt x="1133953" y="333197"/>
                  </a:lnTo>
                  <a:lnTo>
                    <a:pt x="1150741" y="379108"/>
                  </a:lnTo>
                  <a:lnTo>
                    <a:pt x="1168378" y="424571"/>
                  </a:lnTo>
                  <a:lnTo>
                    <a:pt x="1186854" y="469578"/>
                  </a:lnTo>
                  <a:lnTo>
                    <a:pt x="1206158" y="514119"/>
                  </a:lnTo>
                  <a:lnTo>
                    <a:pt x="1226281" y="558186"/>
                  </a:lnTo>
                  <a:lnTo>
                    <a:pt x="1247211" y="601771"/>
                  </a:lnTo>
                  <a:lnTo>
                    <a:pt x="1268938" y="644865"/>
                  </a:lnTo>
                  <a:lnTo>
                    <a:pt x="1291452" y="687459"/>
                  </a:lnTo>
                  <a:lnTo>
                    <a:pt x="1314742" y="729545"/>
                  </a:lnTo>
                  <a:lnTo>
                    <a:pt x="1338799" y="771114"/>
                  </a:lnTo>
                  <a:lnTo>
                    <a:pt x="1348461" y="787096"/>
                  </a:lnTo>
                  <a:close/>
                </a:path>
                <a:path w="6713855" h="787400">
                  <a:moveTo>
                    <a:pt x="111283" y="0"/>
                  </a:moveTo>
                  <a:lnTo>
                    <a:pt x="111283" y="48279"/>
                  </a:lnTo>
                  <a:lnTo>
                    <a:pt x="110828" y="0"/>
                  </a:lnTo>
                  <a:lnTo>
                    <a:pt x="111283" y="0"/>
                  </a:lnTo>
                  <a:close/>
                </a:path>
              </a:pathLst>
            </a:custGeom>
            <a:solidFill>
              <a:srgbClr val="BD41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2093" y="9484297"/>
              <a:ext cx="6585584" cy="803275"/>
            </a:xfrm>
            <a:custGeom>
              <a:avLst/>
              <a:gdLst/>
              <a:ahLst/>
              <a:cxnLst/>
              <a:rect l="l" t="t" r="r" b="b"/>
              <a:pathLst>
                <a:path w="6585585" h="803275">
                  <a:moveTo>
                    <a:pt x="6585100" y="802702"/>
                  </a:moveTo>
                  <a:lnTo>
                    <a:pt x="124407" y="802702"/>
                  </a:lnTo>
                  <a:lnTo>
                    <a:pt x="0" y="15606"/>
                  </a:lnTo>
                  <a:lnTo>
                    <a:pt x="1417439" y="15606"/>
                  </a:lnTo>
                  <a:lnTo>
                    <a:pt x="1417439" y="133"/>
                  </a:lnTo>
                  <a:lnTo>
                    <a:pt x="1456791" y="15605"/>
                  </a:lnTo>
                  <a:lnTo>
                    <a:pt x="3039451" y="647312"/>
                  </a:lnTo>
                  <a:lnTo>
                    <a:pt x="4622112" y="15605"/>
                  </a:lnTo>
                  <a:lnTo>
                    <a:pt x="6356762" y="15605"/>
                  </a:lnTo>
                  <a:lnTo>
                    <a:pt x="6585100" y="802702"/>
                  </a:lnTo>
                  <a:close/>
                </a:path>
                <a:path w="6585585" h="803275">
                  <a:moveTo>
                    <a:pt x="1417439" y="133"/>
                  </a:moveTo>
                  <a:lnTo>
                    <a:pt x="1417439" y="15606"/>
                  </a:lnTo>
                  <a:lnTo>
                    <a:pt x="1417099" y="0"/>
                  </a:lnTo>
                  <a:lnTo>
                    <a:pt x="1417439" y="133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6219" y="9498885"/>
              <a:ext cx="5341826" cy="78811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820031" y="9499902"/>
              <a:ext cx="4768215" cy="787400"/>
            </a:xfrm>
            <a:custGeom>
              <a:avLst/>
              <a:gdLst/>
              <a:ahLst/>
              <a:cxnLst/>
              <a:rect l="l" t="t" r="r" b="b"/>
              <a:pathLst>
                <a:path w="4768214" h="787400">
                  <a:moveTo>
                    <a:pt x="292444" y="723986"/>
                  </a:moveTo>
                  <a:lnTo>
                    <a:pt x="285658" y="729753"/>
                  </a:lnTo>
                  <a:lnTo>
                    <a:pt x="279212" y="734503"/>
                  </a:lnTo>
                  <a:lnTo>
                    <a:pt x="274123" y="740270"/>
                  </a:lnTo>
                  <a:lnTo>
                    <a:pt x="262244" y="754111"/>
                  </a:lnTo>
                  <a:lnTo>
                    <a:pt x="254659" y="758379"/>
                  </a:lnTo>
                  <a:lnTo>
                    <a:pt x="247645" y="752913"/>
                  </a:lnTo>
                  <a:lnTo>
                    <a:pt x="237483" y="737557"/>
                  </a:lnTo>
                  <a:lnTo>
                    <a:pt x="226712" y="725465"/>
                  </a:lnTo>
                  <a:lnTo>
                    <a:pt x="213905" y="719703"/>
                  </a:lnTo>
                  <a:lnTo>
                    <a:pt x="199316" y="720238"/>
                  </a:lnTo>
                  <a:lnTo>
                    <a:pt x="183201" y="727040"/>
                  </a:lnTo>
                  <a:lnTo>
                    <a:pt x="189573" y="701839"/>
                  </a:lnTo>
                  <a:lnTo>
                    <a:pt x="198044" y="689551"/>
                  </a:lnTo>
                  <a:lnTo>
                    <a:pt x="210967" y="688968"/>
                  </a:lnTo>
                  <a:lnTo>
                    <a:pt x="230698" y="698881"/>
                  </a:lnTo>
                  <a:lnTo>
                    <a:pt x="242079" y="701823"/>
                  </a:lnTo>
                  <a:lnTo>
                    <a:pt x="250502" y="697481"/>
                  </a:lnTo>
                  <a:lnTo>
                    <a:pt x="258608" y="692058"/>
                  </a:lnTo>
                  <a:lnTo>
                    <a:pt x="269034" y="691756"/>
                  </a:lnTo>
                  <a:lnTo>
                    <a:pt x="274219" y="699034"/>
                  </a:lnTo>
                  <a:lnTo>
                    <a:pt x="292444" y="723986"/>
                  </a:lnTo>
                  <a:close/>
                </a:path>
                <a:path w="4768214" h="787400">
                  <a:moveTo>
                    <a:pt x="2799934" y="780982"/>
                  </a:moveTo>
                  <a:lnTo>
                    <a:pt x="2796881" y="787089"/>
                  </a:lnTo>
                  <a:lnTo>
                    <a:pt x="2761282" y="787096"/>
                  </a:lnTo>
                  <a:lnTo>
                    <a:pt x="2762616" y="779625"/>
                  </a:lnTo>
                  <a:lnTo>
                    <a:pt x="2766009" y="777589"/>
                  </a:lnTo>
                  <a:lnTo>
                    <a:pt x="2772847" y="773741"/>
                  </a:lnTo>
                  <a:lnTo>
                    <a:pt x="2780003" y="770210"/>
                  </a:lnTo>
                  <a:lnTo>
                    <a:pt x="2787287" y="766807"/>
                  </a:lnTo>
                  <a:lnTo>
                    <a:pt x="2794507" y="763340"/>
                  </a:lnTo>
                  <a:lnTo>
                    <a:pt x="2795863" y="771483"/>
                  </a:lnTo>
                  <a:lnTo>
                    <a:pt x="2799934" y="780982"/>
                  </a:lnTo>
                  <a:close/>
                </a:path>
                <a:path w="4768214" h="787400">
                  <a:moveTo>
                    <a:pt x="2890430" y="787096"/>
                  </a:moveTo>
                  <a:lnTo>
                    <a:pt x="2888975" y="787096"/>
                  </a:lnTo>
                  <a:lnTo>
                    <a:pt x="2879810" y="785122"/>
                  </a:lnTo>
                  <a:lnTo>
                    <a:pt x="2877922" y="787008"/>
                  </a:lnTo>
                  <a:lnTo>
                    <a:pt x="2819710" y="787096"/>
                  </a:lnTo>
                  <a:lnTo>
                    <a:pt x="2818594" y="779286"/>
                  </a:lnTo>
                  <a:lnTo>
                    <a:pt x="2819951" y="778268"/>
                  </a:lnTo>
                  <a:lnTo>
                    <a:pt x="2831062" y="766669"/>
                  </a:lnTo>
                  <a:lnTo>
                    <a:pt x="2832758" y="753163"/>
                  </a:lnTo>
                  <a:lnTo>
                    <a:pt x="2832758" y="720500"/>
                  </a:lnTo>
                  <a:lnTo>
                    <a:pt x="2840312" y="721129"/>
                  </a:lnTo>
                  <a:lnTo>
                    <a:pt x="2877922" y="741198"/>
                  </a:lnTo>
                  <a:lnTo>
                    <a:pt x="2886446" y="771891"/>
                  </a:lnTo>
                  <a:lnTo>
                    <a:pt x="2890430" y="787096"/>
                  </a:lnTo>
                  <a:close/>
                </a:path>
                <a:path w="4768214" h="787400">
                  <a:moveTo>
                    <a:pt x="2832758" y="720500"/>
                  </a:moveTo>
                  <a:lnTo>
                    <a:pt x="2832758" y="753163"/>
                  </a:lnTo>
                  <a:lnTo>
                    <a:pt x="2825718" y="719915"/>
                  </a:lnTo>
                  <a:lnTo>
                    <a:pt x="2832758" y="720500"/>
                  </a:lnTo>
                  <a:close/>
                </a:path>
                <a:path w="4768214" h="787400">
                  <a:moveTo>
                    <a:pt x="2922938" y="695725"/>
                  </a:moveTo>
                  <a:lnTo>
                    <a:pt x="2922938" y="777765"/>
                  </a:lnTo>
                  <a:lnTo>
                    <a:pt x="2919185" y="758125"/>
                  </a:lnTo>
                  <a:lnTo>
                    <a:pt x="2908053" y="744400"/>
                  </a:lnTo>
                  <a:lnTo>
                    <a:pt x="2886107" y="730772"/>
                  </a:lnTo>
                  <a:lnTo>
                    <a:pt x="2891694" y="726096"/>
                  </a:lnTo>
                  <a:lnTo>
                    <a:pt x="2897218" y="721611"/>
                  </a:lnTo>
                  <a:lnTo>
                    <a:pt x="2902614" y="717127"/>
                  </a:lnTo>
                  <a:lnTo>
                    <a:pt x="2907820" y="712452"/>
                  </a:lnTo>
                  <a:lnTo>
                    <a:pt x="2912543" y="707506"/>
                  </a:lnTo>
                  <a:lnTo>
                    <a:pt x="2917107" y="702401"/>
                  </a:lnTo>
                  <a:lnTo>
                    <a:pt x="2922938" y="695725"/>
                  </a:lnTo>
                  <a:close/>
                </a:path>
                <a:path w="4768214" h="787400">
                  <a:moveTo>
                    <a:pt x="2968972" y="742603"/>
                  </a:moveTo>
                  <a:lnTo>
                    <a:pt x="2957150" y="772199"/>
                  </a:lnTo>
                  <a:lnTo>
                    <a:pt x="2943277" y="787096"/>
                  </a:lnTo>
                  <a:lnTo>
                    <a:pt x="2922881" y="787096"/>
                  </a:lnTo>
                  <a:lnTo>
                    <a:pt x="2922938" y="695725"/>
                  </a:lnTo>
                  <a:lnTo>
                    <a:pt x="2926141" y="692096"/>
                  </a:lnTo>
                  <a:lnTo>
                    <a:pt x="2958529" y="717015"/>
                  </a:lnTo>
                  <a:lnTo>
                    <a:pt x="2968972" y="742603"/>
                  </a:lnTo>
                  <a:close/>
                </a:path>
                <a:path w="4768214" h="787400">
                  <a:moveTo>
                    <a:pt x="3614912" y="756932"/>
                  </a:moveTo>
                  <a:lnTo>
                    <a:pt x="3608354" y="764825"/>
                  </a:lnTo>
                  <a:lnTo>
                    <a:pt x="3597662" y="769347"/>
                  </a:lnTo>
                  <a:lnTo>
                    <a:pt x="3585666" y="768430"/>
                  </a:lnTo>
                  <a:lnTo>
                    <a:pt x="3576018" y="764613"/>
                  </a:lnTo>
                  <a:lnTo>
                    <a:pt x="3566498" y="760287"/>
                  </a:lnTo>
                  <a:lnTo>
                    <a:pt x="3557232" y="755453"/>
                  </a:lnTo>
                  <a:lnTo>
                    <a:pt x="3548347" y="750110"/>
                  </a:lnTo>
                  <a:lnTo>
                    <a:pt x="3545294" y="748413"/>
                  </a:lnTo>
                  <a:lnTo>
                    <a:pt x="3582274" y="715844"/>
                  </a:lnTo>
                  <a:lnTo>
                    <a:pt x="3590267" y="722783"/>
                  </a:lnTo>
                  <a:lnTo>
                    <a:pt x="3599152" y="730135"/>
                  </a:lnTo>
                  <a:lnTo>
                    <a:pt x="3607655" y="738315"/>
                  </a:lnTo>
                  <a:lnTo>
                    <a:pt x="3614504" y="747735"/>
                  </a:lnTo>
                  <a:lnTo>
                    <a:pt x="3614912" y="756932"/>
                  </a:lnTo>
                  <a:close/>
                </a:path>
                <a:path w="4768214" h="787400">
                  <a:moveTo>
                    <a:pt x="254701" y="159288"/>
                  </a:moveTo>
                  <a:lnTo>
                    <a:pt x="254701" y="201776"/>
                  </a:lnTo>
                  <a:lnTo>
                    <a:pt x="244481" y="188216"/>
                  </a:lnTo>
                  <a:lnTo>
                    <a:pt x="222556" y="175737"/>
                  </a:lnTo>
                  <a:lnTo>
                    <a:pt x="232898" y="167250"/>
                  </a:lnTo>
                  <a:lnTo>
                    <a:pt x="243717" y="161022"/>
                  </a:lnTo>
                  <a:lnTo>
                    <a:pt x="253853" y="159288"/>
                  </a:lnTo>
                  <a:lnTo>
                    <a:pt x="254701" y="159288"/>
                  </a:lnTo>
                  <a:close/>
                </a:path>
                <a:path w="4768214" h="787400">
                  <a:moveTo>
                    <a:pt x="284640" y="215431"/>
                  </a:moveTo>
                  <a:lnTo>
                    <a:pt x="279891" y="223913"/>
                  </a:lnTo>
                  <a:lnTo>
                    <a:pt x="279213" y="232055"/>
                  </a:lnTo>
                  <a:lnTo>
                    <a:pt x="276971" y="253296"/>
                  </a:lnTo>
                  <a:lnTo>
                    <a:pt x="271198" y="264582"/>
                  </a:lnTo>
                  <a:lnTo>
                    <a:pt x="257219" y="269697"/>
                  </a:lnTo>
                  <a:lnTo>
                    <a:pt x="230359" y="272427"/>
                  </a:lnTo>
                  <a:lnTo>
                    <a:pt x="233285" y="257330"/>
                  </a:lnTo>
                  <a:lnTo>
                    <a:pt x="234796" y="250195"/>
                  </a:lnTo>
                  <a:lnTo>
                    <a:pt x="236466" y="243251"/>
                  </a:lnTo>
                  <a:lnTo>
                    <a:pt x="237144" y="241215"/>
                  </a:lnTo>
                  <a:lnTo>
                    <a:pt x="241216" y="240537"/>
                  </a:lnTo>
                  <a:lnTo>
                    <a:pt x="242572" y="238501"/>
                  </a:lnTo>
                  <a:lnTo>
                    <a:pt x="253853" y="218008"/>
                  </a:lnTo>
                  <a:lnTo>
                    <a:pt x="254701" y="201776"/>
                  </a:lnTo>
                  <a:lnTo>
                    <a:pt x="254701" y="159288"/>
                  </a:lnTo>
                  <a:lnTo>
                    <a:pt x="264624" y="163863"/>
                  </a:lnTo>
                  <a:lnTo>
                    <a:pt x="271494" y="172673"/>
                  </a:lnTo>
                  <a:lnTo>
                    <a:pt x="276329" y="183964"/>
                  </a:lnTo>
                  <a:lnTo>
                    <a:pt x="279891" y="196400"/>
                  </a:lnTo>
                  <a:lnTo>
                    <a:pt x="284640" y="215431"/>
                  </a:lnTo>
                  <a:close/>
                </a:path>
                <a:path w="4768214" h="787400">
                  <a:moveTo>
                    <a:pt x="57674" y="602869"/>
                  </a:moveTo>
                  <a:lnTo>
                    <a:pt x="57335" y="603548"/>
                  </a:lnTo>
                  <a:lnTo>
                    <a:pt x="54620" y="609316"/>
                  </a:lnTo>
                  <a:lnTo>
                    <a:pt x="51907" y="619493"/>
                  </a:lnTo>
                  <a:lnTo>
                    <a:pt x="37949" y="619434"/>
                  </a:lnTo>
                  <a:lnTo>
                    <a:pt x="0" y="600155"/>
                  </a:lnTo>
                  <a:lnTo>
                    <a:pt x="3053" y="596084"/>
                  </a:lnTo>
                  <a:lnTo>
                    <a:pt x="10888" y="586696"/>
                  </a:lnTo>
                  <a:lnTo>
                    <a:pt x="19677" y="577467"/>
                  </a:lnTo>
                  <a:lnTo>
                    <a:pt x="39370" y="558056"/>
                  </a:lnTo>
                  <a:lnTo>
                    <a:pt x="39370" y="570671"/>
                  </a:lnTo>
                  <a:lnTo>
                    <a:pt x="40245" y="582938"/>
                  </a:lnTo>
                  <a:lnTo>
                    <a:pt x="45000" y="593041"/>
                  </a:lnTo>
                  <a:lnTo>
                    <a:pt x="55639" y="600155"/>
                  </a:lnTo>
                  <a:lnTo>
                    <a:pt x="56657" y="600494"/>
                  </a:lnTo>
                  <a:lnTo>
                    <a:pt x="57674" y="602869"/>
                  </a:lnTo>
                  <a:close/>
                </a:path>
                <a:path w="4768214" h="787400">
                  <a:moveTo>
                    <a:pt x="40372" y="557069"/>
                  </a:moveTo>
                  <a:lnTo>
                    <a:pt x="39370" y="570671"/>
                  </a:lnTo>
                  <a:lnTo>
                    <a:pt x="39370" y="558056"/>
                  </a:lnTo>
                  <a:lnTo>
                    <a:pt x="40372" y="557069"/>
                  </a:lnTo>
                  <a:close/>
                </a:path>
                <a:path w="4768214" h="787400">
                  <a:moveTo>
                    <a:pt x="3044883" y="730093"/>
                  </a:moveTo>
                  <a:lnTo>
                    <a:pt x="3030919" y="745217"/>
                  </a:lnTo>
                  <a:lnTo>
                    <a:pt x="3015620" y="746759"/>
                  </a:lnTo>
                  <a:lnTo>
                    <a:pt x="2999940" y="743022"/>
                  </a:lnTo>
                  <a:lnTo>
                    <a:pt x="2984832" y="742306"/>
                  </a:lnTo>
                  <a:lnTo>
                    <a:pt x="2982119" y="694810"/>
                  </a:lnTo>
                  <a:lnTo>
                    <a:pt x="3044883" y="730093"/>
                  </a:lnTo>
                  <a:close/>
                </a:path>
                <a:path w="4768214" h="787400">
                  <a:moveTo>
                    <a:pt x="3652501" y="643581"/>
                  </a:moveTo>
                  <a:lnTo>
                    <a:pt x="3651981" y="660295"/>
                  </a:lnTo>
                  <a:lnTo>
                    <a:pt x="3643765" y="673733"/>
                  </a:lnTo>
                  <a:lnTo>
                    <a:pt x="3631604" y="685326"/>
                  </a:lnTo>
                  <a:lnTo>
                    <a:pt x="3619253" y="696506"/>
                  </a:lnTo>
                  <a:lnTo>
                    <a:pt x="3616200" y="695488"/>
                  </a:lnTo>
                  <a:lnTo>
                    <a:pt x="3613485" y="694809"/>
                  </a:lnTo>
                  <a:lnTo>
                    <a:pt x="3610432" y="693792"/>
                  </a:lnTo>
                  <a:lnTo>
                    <a:pt x="3610433" y="626957"/>
                  </a:lnTo>
                  <a:lnTo>
                    <a:pt x="3624210" y="624688"/>
                  </a:lnTo>
                  <a:lnTo>
                    <a:pt x="3636938" y="627126"/>
                  </a:lnTo>
                  <a:lnTo>
                    <a:pt x="3646930" y="633636"/>
                  </a:lnTo>
                  <a:lnTo>
                    <a:pt x="3652501" y="643581"/>
                  </a:lnTo>
                  <a:close/>
                </a:path>
                <a:path w="4768214" h="787400">
                  <a:moveTo>
                    <a:pt x="3607718" y="571318"/>
                  </a:moveTo>
                  <a:lnTo>
                    <a:pt x="3602672" y="582497"/>
                  </a:lnTo>
                  <a:lnTo>
                    <a:pt x="3598389" y="592310"/>
                  </a:lnTo>
                  <a:lnTo>
                    <a:pt x="3594360" y="601040"/>
                  </a:lnTo>
                  <a:lnTo>
                    <a:pt x="3590077" y="608976"/>
                  </a:lnTo>
                  <a:lnTo>
                    <a:pt x="3586006" y="615422"/>
                  </a:lnTo>
                  <a:lnTo>
                    <a:pt x="3579220" y="620172"/>
                  </a:lnTo>
                  <a:lnTo>
                    <a:pt x="3573453" y="625600"/>
                  </a:lnTo>
                  <a:lnTo>
                    <a:pt x="3571078" y="619832"/>
                  </a:lnTo>
                  <a:lnTo>
                    <a:pt x="3568703" y="613726"/>
                  </a:lnTo>
                  <a:lnTo>
                    <a:pt x="3565990" y="607958"/>
                  </a:lnTo>
                  <a:lnTo>
                    <a:pt x="3563954" y="603208"/>
                  </a:lnTo>
                  <a:lnTo>
                    <a:pt x="3561918" y="598120"/>
                  </a:lnTo>
                  <a:lnTo>
                    <a:pt x="3558865" y="594388"/>
                  </a:lnTo>
                  <a:lnTo>
                    <a:pt x="3551703" y="582471"/>
                  </a:lnTo>
                  <a:lnTo>
                    <a:pt x="3552206" y="572081"/>
                  </a:lnTo>
                  <a:lnTo>
                    <a:pt x="3558244" y="563090"/>
                  </a:lnTo>
                  <a:lnTo>
                    <a:pt x="3567685" y="555372"/>
                  </a:lnTo>
                  <a:lnTo>
                    <a:pt x="3577975" y="550368"/>
                  </a:lnTo>
                  <a:lnTo>
                    <a:pt x="3587659" y="549944"/>
                  </a:lnTo>
                  <a:lnTo>
                    <a:pt x="3596263" y="554609"/>
                  </a:lnTo>
                  <a:lnTo>
                    <a:pt x="3603307" y="564871"/>
                  </a:lnTo>
                  <a:lnTo>
                    <a:pt x="3604665" y="567925"/>
                  </a:lnTo>
                  <a:lnTo>
                    <a:pt x="3607039" y="570639"/>
                  </a:lnTo>
                  <a:lnTo>
                    <a:pt x="3607718" y="571318"/>
                  </a:lnTo>
                  <a:close/>
                </a:path>
                <a:path w="4768214" h="787400">
                  <a:moveTo>
                    <a:pt x="280050" y="61448"/>
                  </a:moveTo>
                  <a:lnTo>
                    <a:pt x="279552" y="67173"/>
                  </a:lnTo>
                  <a:lnTo>
                    <a:pt x="270243" y="84502"/>
                  </a:lnTo>
                  <a:lnTo>
                    <a:pt x="259789" y="101736"/>
                  </a:lnTo>
                  <a:lnTo>
                    <a:pt x="236466" y="138079"/>
                  </a:lnTo>
                  <a:lnTo>
                    <a:pt x="214965" y="115306"/>
                  </a:lnTo>
                  <a:lnTo>
                    <a:pt x="214758" y="104445"/>
                  </a:lnTo>
                  <a:lnTo>
                    <a:pt x="232395" y="91261"/>
                  </a:lnTo>
                  <a:lnTo>
                    <a:pt x="242027" y="82339"/>
                  </a:lnTo>
                  <a:lnTo>
                    <a:pt x="249400" y="68997"/>
                  </a:lnTo>
                  <a:lnTo>
                    <a:pt x="255820" y="53809"/>
                  </a:lnTo>
                  <a:lnTo>
                    <a:pt x="262589" y="39354"/>
                  </a:lnTo>
                  <a:lnTo>
                    <a:pt x="268696" y="39354"/>
                  </a:lnTo>
                  <a:lnTo>
                    <a:pt x="271749" y="39693"/>
                  </a:lnTo>
                  <a:lnTo>
                    <a:pt x="274686" y="46945"/>
                  </a:lnTo>
                  <a:lnTo>
                    <a:pt x="277940" y="54451"/>
                  </a:lnTo>
                  <a:lnTo>
                    <a:pt x="280050" y="61448"/>
                  </a:lnTo>
                  <a:close/>
                </a:path>
                <a:path w="4768214" h="787400">
                  <a:moveTo>
                    <a:pt x="3728156" y="205932"/>
                  </a:moveTo>
                  <a:lnTo>
                    <a:pt x="3724010" y="212723"/>
                  </a:lnTo>
                  <a:lnTo>
                    <a:pt x="3718656" y="219036"/>
                  </a:lnTo>
                  <a:lnTo>
                    <a:pt x="3712794" y="225159"/>
                  </a:lnTo>
                  <a:lnTo>
                    <a:pt x="3707122" y="231377"/>
                  </a:lnTo>
                  <a:lnTo>
                    <a:pt x="3703730" y="226966"/>
                  </a:lnTo>
                  <a:lnTo>
                    <a:pt x="3700337" y="222895"/>
                  </a:lnTo>
                  <a:lnTo>
                    <a:pt x="3696605" y="218485"/>
                  </a:lnTo>
                  <a:lnTo>
                    <a:pt x="3728156" y="205932"/>
                  </a:lnTo>
                  <a:close/>
                </a:path>
                <a:path w="4768214" h="787400">
                  <a:moveTo>
                    <a:pt x="4767997" y="15266"/>
                  </a:moveTo>
                  <a:lnTo>
                    <a:pt x="4761296" y="35410"/>
                  </a:lnTo>
                  <a:lnTo>
                    <a:pt x="4757787" y="45370"/>
                  </a:lnTo>
                  <a:lnTo>
                    <a:pt x="4754087" y="55299"/>
                  </a:lnTo>
                  <a:lnTo>
                    <a:pt x="4753409" y="57335"/>
                  </a:lnTo>
                  <a:lnTo>
                    <a:pt x="4750016" y="58352"/>
                  </a:lnTo>
                  <a:lnTo>
                    <a:pt x="4741195" y="64459"/>
                  </a:lnTo>
                  <a:lnTo>
                    <a:pt x="4736895" y="42730"/>
                  </a:lnTo>
                  <a:lnTo>
                    <a:pt x="4724867" y="32357"/>
                  </a:lnTo>
                  <a:lnTo>
                    <a:pt x="4707941" y="28535"/>
                  </a:lnTo>
                  <a:lnTo>
                    <a:pt x="4688948" y="26462"/>
                  </a:lnTo>
                  <a:lnTo>
                    <a:pt x="4695065" y="17413"/>
                  </a:lnTo>
                  <a:lnTo>
                    <a:pt x="4700992" y="9541"/>
                  </a:lnTo>
                  <a:lnTo>
                    <a:pt x="4707173" y="3514"/>
                  </a:lnTo>
                  <a:lnTo>
                    <a:pt x="4714054" y="0"/>
                  </a:lnTo>
                  <a:lnTo>
                    <a:pt x="4722196" y="0"/>
                  </a:lnTo>
                  <a:lnTo>
                    <a:pt x="4726267" y="678"/>
                  </a:lnTo>
                  <a:lnTo>
                    <a:pt x="4731017" y="2714"/>
                  </a:lnTo>
                  <a:lnTo>
                    <a:pt x="4736895" y="6160"/>
                  </a:lnTo>
                  <a:lnTo>
                    <a:pt x="4743903" y="9541"/>
                  </a:lnTo>
                  <a:lnTo>
                    <a:pt x="4751754" y="11704"/>
                  </a:lnTo>
                  <a:lnTo>
                    <a:pt x="4759923" y="13358"/>
                  </a:lnTo>
                  <a:lnTo>
                    <a:pt x="4767997" y="15266"/>
                  </a:lnTo>
                  <a:close/>
                </a:path>
                <a:path w="4768214" h="787400">
                  <a:moveTo>
                    <a:pt x="3835025" y="232734"/>
                  </a:moveTo>
                  <a:lnTo>
                    <a:pt x="3834685" y="235108"/>
                  </a:lnTo>
                  <a:lnTo>
                    <a:pt x="3831775" y="252103"/>
                  </a:lnTo>
                  <a:lnTo>
                    <a:pt x="3822472" y="302961"/>
                  </a:lnTo>
                  <a:lnTo>
                    <a:pt x="3806834" y="279880"/>
                  </a:lnTo>
                  <a:lnTo>
                    <a:pt x="3800674" y="260299"/>
                  </a:lnTo>
                  <a:lnTo>
                    <a:pt x="3803293" y="243897"/>
                  </a:lnTo>
                  <a:lnTo>
                    <a:pt x="3813990" y="230358"/>
                  </a:lnTo>
                  <a:lnTo>
                    <a:pt x="3817383" y="227644"/>
                  </a:lnTo>
                  <a:lnTo>
                    <a:pt x="3823490" y="226627"/>
                  </a:lnTo>
                  <a:lnTo>
                    <a:pt x="3828240" y="227305"/>
                  </a:lnTo>
                  <a:lnTo>
                    <a:pt x="3830614" y="227305"/>
                  </a:lnTo>
                  <a:lnTo>
                    <a:pt x="3835025" y="232734"/>
                  </a:lnTo>
                  <a:close/>
                </a:path>
                <a:path w="4768214" h="787400">
                  <a:moveTo>
                    <a:pt x="4351721" y="293122"/>
                  </a:moveTo>
                  <a:lnTo>
                    <a:pt x="4333406" y="281837"/>
                  </a:lnTo>
                  <a:lnTo>
                    <a:pt x="4316395" y="281715"/>
                  </a:lnTo>
                  <a:lnTo>
                    <a:pt x="4300710" y="285262"/>
                  </a:lnTo>
                  <a:lnTo>
                    <a:pt x="4284886" y="285319"/>
                  </a:lnTo>
                  <a:lnTo>
                    <a:pt x="4300710" y="267407"/>
                  </a:lnTo>
                  <a:lnTo>
                    <a:pt x="4314275" y="247873"/>
                  </a:lnTo>
                  <a:lnTo>
                    <a:pt x="4329685" y="230693"/>
                  </a:lnTo>
                  <a:lnTo>
                    <a:pt x="4340642" y="225126"/>
                  </a:lnTo>
                  <a:lnTo>
                    <a:pt x="4340642" y="275687"/>
                  </a:lnTo>
                  <a:lnTo>
                    <a:pt x="4351721" y="293122"/>
                  </a:lnTo>
                  <a:close/>
                </a:path>
                <a:path w="4768214" h="787400">
                  <a:moveTo>
                    <a:pt x="4379578" y="224719"/>
                  </a:moveTo>
                  <a:lnTo>
                    <a:pt x="4377039" y="229850"/>
                  </a:lnTo>
                  <a:lnTo>
                    <a:pt x="4371510" y="234218"/>
                  </a:lnTo>
                  <a:lnTo>
                    <a:pt x="4366648" y="238840"/>
                  </a:lnTo>
                  <a:lnTo>
                    <a:pt x="4364273" y="242233"/>
                  </a:lnTo>
                  <a:lnTo>
                    <a:pt x="4362917" y="246304"/>
                  </a:lnTo>
                  <a:lnTo>
                    <a:pt x="4360202" y="249018"/>
                  </a:lnTo>
                  <a:lnTo>
                    <a:pt x="4350671" y="256339"/>
                  </a:lnTo>
                  <a:lnTo>
                    <a:pt x="4342221" y="264327"/>
                  </a:lnTo>
                  <a:lnTo>
                    <a:pt x="4340642" y="275687"/>
                  </a:lnTo>
                  <a:lnTo>
                    <a:pt x="4340642" y="225126"/>
                  </a:lnTo>
                  <a:lnTo>
                    <a:pt x="4351043" y="219842"/>
                  </a:lnTo>
                  <a:lnTo>
                    <a:pt x="4357722" y="218140"/>
                  </a:lnTo>
                  <a:lnTo>
                    <a:pt x="4364783" y="216661"/>
                  </a:lnTo>
                  <a:lnTo>
                    <a:pt x="4371080" y="216264"/>
                  </a:lnTo>
                  <a:lnTo>
                    <a:pt x="4375470" y="217806"/>
                  </a:lnTo>
                  <a:lnTo>
                    <a:pt x="4379578" y="224719"/>
                  </a:lnTo>
                  <a:close/>
                </a:path>
              </a:pathLst>
            </a:custGeom>
            <a:solidFill>
              <a:srgbClr val="FFF1E7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3145" y="1961245"/>
            <a:ext cx="11888470" cy="1230630"/>
          </a:xfrm>
          <a:prstGeom prst="rect">
            <a:avLst/>
          </a:prstGeom>
          <a:solidFill>
            <a:srgbClr val="D9D5FE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b="1" spc="210" dirty="0">
                <a:latin typeface="Tahoma"/>
                <a:cs typeface="Tahoma"/>
              </a:rPr>
              <a:t>Ground</a:t>
            </a:r>
            <a:r>
              <a:rPr sz="2200" b="1" spc="265" dirty="0">
                <a:latin typeface="Tahoma"/>
                <a:cs typeface="Tahoma"/>
              </a:rPr>
              <a:t> </a:t>
            </a:r>
            <a:r>
              <a:rPr sz="2200" b="1" spc="180" dirty="0">
                <a:latin typeface="Tahoma"/>
                <a:cs typeface="Tahoma"/>
              </a:rPr>
              <a:t>Station</a:t>
            </a:r>
            <a:r>
              <a:rPr sz="2200" b="1" spc="270" dirty="0">
                <a:latin typeface="Tahoma"/>
                <a:cs typeface="Tahoma"/>
              </a:rPr>
              <a:t> </a:t>
            </a:r>
            <a:r>
              <a:rPr sz="2200" b="1" spc="220" dirty="0">
                <a:latin typeface="Tahoma"/>
                <a:cs typeface="Tahoma"/>
              </a:rPr>
              <a:t>Patch</a:t>
            </a:r>
            <a:r>
              <a:rPr sz="2200" b="1" spc="270" dirty="0">
                <a:latin typeface="Tahoma"/>
                <a:cs typeface="Tahoma"/>
              </a:rPr>
              <a:t> </a:t>
            </a:r>
            <a:r>
              <a:rPr sz="2200" b="1" spc="210" dirty="0">
                <a:latin typeface="Tahoma"/>
                <a:cs typeface="Tahoma"/>
              </a:rPr>
              <a:t>antenna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10546" y="3191410"/>
            <a:ext cx="8982074" cy="52863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643117" y="8768526"/>
            <a:ext cx="70656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20" dirty="0">
                <a:latin typeface="Tahoma"/>
                <a:cs typeface="Tahoma"/>
              </a:rPr>
              <a:t>Patch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229" dirty="0">
                <a:latin typeface="Tahoma"/>
                <a:cs typeface="Tahoma"/>
              </a:rPr>
              <a:t>Antenna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175" dirty="0">
                <a:latin typeface="Tahoma"/>
                <a:cs typeface="Tahoma"/>
              </a:rPr>
              <a:t>Array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215" dirty="0">
                <a:latin typeface="Tahoma"/>
                <a:cs typeface="Tahoma"/>
              </a:rPr>
              <a:t>switched</a:t>
            </a:r>
            <a:r>
              <a:rPr sz="2200" b="1" spc="290" dirty="0">
                <a:latin typeface="Tahoma"/>
                <a:cs typeface="Tahoma"/>
              </a:rPr>
              <a:t> </a:t>
            </a:r>
            <a:r>
              <a:rPr sz="2200" b="1" spc="160" dirty="0">
                <a:latin typeface="Tahoma"/>
                <a:cs typeface="Tahoma"/>
              </a:rPr>
              <a:t>line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215" dirty="0">
                <a:latin typeface="Tahoma"/>
                <a:cs typeface="Tahoma"/>
              </a:rPr>
              <a:t>phased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900571" y="8768526"/>
            <a:ext cx="8578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95" dirty="0">
                <a:latin typeface="Tahoma"/>
                <a:cs typeface="Tahoma"/>
              </a:rPr>
              <a:t>a</a:t>
            </a:r>
            <a:r>
              <a:rPr sz="2200" b="1" spc="145" dirty="0">
                <a:latin typeface="Tahoma"/>
                <a:cs typeface="Tahoma"/>
              </a:rPr>
              <a:t>rr</a:t>
            </a:r>
            <a:r>
              <a:rPr sz="2200" b="1" spc="195" dirty="0">
                <a:latin typeface="Tahoma"/>
                <a:cs typeface="Tahoma"/>
              </a:rPr>
              <a:t>a</a:t>
            </a:r>
            <a:r>
              <a:rPr sz="2200" b="1" spc="45" dirty="0">
                <a:latin typeface="Tahoma"/>
                <a:cs typeface="Tahoma"/>
              </a:rPr>
              <a:t>y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24513" y="0"/>
              <a:ext cx="1763484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1015" cy="1144905"/>
            </a:xfrm>
            <a:custGeom>
              <a:avLst/>
              <a:gdLst/>
              <a:ahLst/>
              <a:cxnLst/>
              <a:rect l="l" t="t" r="r" b="b"/>
              <a:pathLst>
                <a:path w="18281015" h="1144905">
                  <a:moveTo>
                    <a:pt x="0" y="0"/>
                  </a:moveTo>
                  <a:lnTo>
                    <a:pt x="18280671" y="0"/>
                  </a:lnTo>
                  <a:lnTo>
                    <a:pt x="18280671" y="1144736"/>
                  </a:lnTo>
                  <a:lnTo>
                    <a:pt x="0" y="1144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480" y="0"/>
              <a:ext cx="17399190" cy="11447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7249775" cy="211454"/>
            </a:xfrm>
            <a:custGeom>
              <a:avLst/>
              <a:gdLst/>
              <a:ahLst/>
              <a:cxnLst/>
              <a:rect l="l" t="t" r="r" b="b"/>
              <a:pathLst>
                <a:path w="17249775" h="211454">
                  <a:moveTo>
                    <a:pt x="17249640" y="211324"/>
                  </a:moveTo>
                  <a:lnTo>
                    <a:pt x="0" y="211324"/>
                  </a:lnTo>
                  <a:lnTo>
                    <a:pt x="0" y="0"/>
                  </a:lnTo>
                  <a:lnTo>
                    <a:pt x="17194023" y="0"/>
                  </a:lnTo>
                  <a:lnTo>
                    <a:pt x="17249640" y="211324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8817567"/>
              <a:ext cx="18288000" cy="1470025"/>
            </a:xfrm>
            <a:custGeom>
              <a:avLst/>
              <a:gdLst/>
              <a:ahLst/>
              <a:cxnLst/>
              <a:rect l="l" t="t" r="r" b="b"/>
              <a:pathLst>
                <a:path w="18288000" h="1470025">
                  <a:moveTo>
                    <a:pt x="0" y="1469431"/>
                  </a:moveTo>
                  <a:lnTo>
                    <a:pt x="0" y="0"/>
                  </a:lnTo>
                  <a:lnTo>
                    <a:pt x="18287968" y="0"/>
                  </a:lnTo>
                  <a:lnTo>
                    <a:pt x="18287968" y="1469431"/>
                  </a:lnTo>
                  <a:lnTo>
                    <a:pt x="0" y="1469431"/>
                  </a:lnTo>
                  <a:close/>
                </a:path>
              </a:pathLst>
            </a:custGeom>
            <a:solidFill>
              <a:srgbClr val="C2B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9897" y="8817567"/>
              <a:ext cx="7524115" cy="1470025"/>
            </a:xfrm>
            <a:custGeom>
              <a:avLst/>
              <a:gdLst/>
              <a:ahLst/>
              <a:cxnLst/>
              <a:rect l="l" t="t" r="r" b="b"/>
              <a:pathLst>
                <a:path w="7524115" h="1470025">
                  <a:moveTo>
                    <a:pt x="7523952" y="1469431"/>
                  </a:moveTo>
                  <a:lnTo>
                    <a:pt x="5882400" y="1469431"/>
                  </a:lnTo>
                  <a:lnTo>
                    <a:pt x="5897829" y="1455565"/>
                  </a:lnTo>
                  <a:lnTo>
                    <a:pt x="5933995" y="1421853"/>
                  </a:lnTo>
                  <a:lnTo>
                    <a:pt x="5969528" y="1387504"/>
                  </a:lnTo>
                  <a:lnTo>
                    <a:pt x="6004419" y="1352528"/>
                  </a:lnTo>
                  <a:lnTo>
                    <a:pt x="6038660" y="1316936"/>
                  </a:lnTo>
                  <a:lnTo>
                    <a:pt x="6072243" y="1280737"/>
                  </a:lnTo>
                  <a:lnTo>
                    <a:pt x="6105158" y="1243942"/>
                  </a:lnTo>
                  <a:lnTo>
                    <a:pt x="6137398" y="1206561"/>
                  </a:lnTo>
                  <a:lnTo>
                    <a:pt x="6168955" y="1168603"/>
                  </a:lnTo>
                  <a:lnTo>
                    <a:pt x="6200169" y="1129700"/>
                  </a:lnTo>
                  <a:lnTo>
                    <a:pt x="6230670" y="1090230"/>
                  </a:lnTo>
                  <a:lnTo>
                    <a:pt x="6260449" y="1050203"/>
                  </a:lnTo>
                  <a:lnTo>
                    <a:pt x="6289497" y="1009629"/>
                  </a:lnTo>
                  <a:lnTo>
                    <a:pt x="6317806" y="968519"/>
                  </a:lnTo>
                  <a:lnTo>
                    <a:pt x="6345367" y="926884"/>
                  </a:lnTo>
                  <a:lnTo>
                    <a:pt x="6372171" y="884735"/>
                  </a:lnTo>
                  <a:lnTo>
                    <a:pt x="6398209" y="842080"/>
                  </a:lnTo>
                  <a:lnTo>
                    <a:pt x="6423473" y="798932"/>
                  </a:lnTo>
                  <a:lnTo>
                    <a:pt x="6447954" y="755300"/>
                  </a:lnTo>
                  <a:lnTo>
                    <a:pt x="6471643" y="711196"/>
                  </a:lnTo>
                  <a:lnTo>
                    <a:pt x="6494531" y="666628"/>
                  </a:lnTo>
                  <a:lnTo>
                    <a:pt x="6516610" y="621609"/>
                  </a:lnTo>
                  <a:lnTo>
                    <a:pt x="6537871" y="576148"/>
                  </a:lnTo>
                  <a:lnTo>
                    <a:pt x="6558305" y="530257"/>
                  </a:lnTo>
                  <a:lnTo>
                    <a:pt x="6577903" y="483944"/>
                  </a:lnTo>
                  <a:lnTo>
                    <a:pt x="6596657" y="437222"/>
                  </a:lnTo>
                  <a:lnTo>
                    <a:pt x="6614558" y="390100"/>
                  </a:lnTo>
                  <a:lnTo>
                    <a:pt x="6631597" y="342589"/>
                  </a:lnTo>
                  <a:lnTo>
                    <a:pt x="6647766" y="294700"/>
                  </a:lnTo>
                  <a:lnTo>
                    <a:pt x="6663055" y="246442"/>
                  </a:lnTo>
                  <a:lnTo>
                    <a:pt x="6677457" y="197827"/>
                  </a:lnTo>
                  <a:lnTo>
                    <a:pt x="6690961" y="148865"/>
                  </a:lnTo>
                  <a:lnTo>
                    <a:pt x="6703561" y="99566"/>
                  </a:lnTo>
                  <a:lnTo>
                    <a:pt x="6715246" y="49941"/>
                  </a:lnTo>
                  <a:lnTo>
                    <a:pt x="6726007" y="0"/>
                  </a:lnTo>
                  <a:lnTo>
                    <a:pt x="7512391" y="0"/>
                  </a:lnTo>
                  <a:lnTo>
                    <a:pt x="7523952" y="1469431"/>
                  </a:lnTo>
                  <a:close/>
                </a:path>
                <a:path w="7524115" h="1470025">
                  <a:moveTo>
                    <a:pt x="2248007" y="1469431"/>
                  </a:moveTo>
                  <a:lnTo>
                    <a:pt x="0" y="1469431"/>
                  </a:lnTo>
                  <a:lnTo>
                    <a:pt x="9184" y="1454556"/>
                  </a:lnTo>
                  <a:lnTo>
                    <a:pt x="32351" y="1415601"/>
                  </a:lnTo>
                  <a:lnTo>
                    <a:pt x="54879" y="1376247"/>
                  </a:lnTo>
                  <a:lnTo>
                    <a:pt x="76760" y="1336499"/>
                  </a:lnTo>
                  <a:lnTo>
                    <a:pt x="97989" y="1296366"/>
                  </a:lnTo>
                  <a:lnTo>
                    <a:pt x="118559" y="1255857"/>
                  </a:lnTo>
                  <a:lnTo>
                    <a:pt x="138464" y="1214978"/>
                  </a:lnTo>
                  <a:lnTo>
                    <a:pt x="157697" y="1173737"/>
                  </a:lnTo>
                  <a:lnTo>
                    <a:pt x="176252" y="1132143"/>
                  </a:lnTo>
                  <a:lnTo>
                    <a:pt x="194123" y="1090202"/>
                  </a:lnTo>
                  <a:lnTo>
                    <a:pt x="211302" y="1047923"/>
                  </a:lnTo>
                  <a:lnTo>
                    <a:pt x="227784" y="1005314"/>
                  </a:lnTo>
                  <a:lnTo>
                    <a:pt x="243562" y="962382"/>
                  </a:lnTo>
                  <a:lnTo>
                    <a:pt x="258630" y="919134"/>
                  </a:lnTo>
                  <a:lnTo>
                    <a:pt x="272981" y="875580"/>
                  </a:lnTo>
                  <a:lnTo>
                    <a:pt x="286609" y="831726"/>
                  </a:lnTo>
                  <a:lnTo>
                    <a:pt x="299507" y="787580"/>
                  </a:lnTo>
                  <a:lnTo>
                    <a:pt x="311669" y="743151"/>
                  </a:lnTo>
                  <a:lnTo>
                    <a:pt x="323089" y="698445"/>
                  </a:lnTo>
                  <a:lnTo>
                    <a:pt x="333760" y="653471"/>
                  </a:lnTo>
                  <a:lnTo>
                    <a:pt x="343676" y="608236"/>
                  </a:lnTo>
                  <a:lnTo>
                    <a:pt x="352830" y="562748"/>
                  </a:lnTo>
                  <a:lnTo>
                    <a:pt x="361216" y="517016"/>
                  </a:lnTo>
                  <a:lnTo>
                    <a:pt x="368827" y="471046"/>
                  </a:lnTo>
                  <a:lnTo>
                    <a:pt x="375657" y="424846"/>
                  </a:lnTo>
                  <a:lnTo>
                    <a:pt x="381699" y="378424"/>
                  </a:lnTo>
                  <a:lnTo>
                    <a:pt x="386948" y="331789"/>
                  </a:lnTo>
                  <a:lnTo>
                    <a:pt x="391397" y="284947"/>
                  </a:lnTo>
                  <a:lnTo>
                    <a:pt x="395038" y="237907"/>
                  </a:lnTo>
                  <a:lnTo>
                    <a:pt x="397867" y="190676"/>
                  </a:lnTo>
                  <a:lnTo>
                    <a:pt x="399876" y="143262"/>
                  </a:lnTo>
                  <a:lnTo>
                    <a:pt x="401058" y="95672"/>
                  </a:lnTo>
                  <a:lnTo>
                    <a:pt x="401409" y="0"/>
                  </a:lnTo>
                  <a:lnTo>
                    <a:pt x="1403834" y="0"/>
                  </a:lnTo>
                  <a:lnTo>
                    <a:pt x="1414434" y="49179"/>
                  </a:lnTo>
                  <a:lnTo>
                    <a:pt x="1425903" y="97995"/>
                  </a:lnTo>
                  <a:lnTo>
                    <a:pt x="1438232" y="146439"/>
                  </a:lnTo>
                  <a:lnTo>
                    <a:pt x="1451410" y="194503"/>
                  </a:lnTo>
                  <a:lnTo>
                    <a:pt x="1465430" y="242179"/>
                  </a:lnTo>
                  <a:lnTo>
                    <a:pt x="1480281" y="289462"/>
                  </a:lnTo>
                  <a:lnTo>
                    <a:pt x="1495956" y="336341"/>
                  </a:lnTo>
                  <a:lnTo>
                    <a:pt x="1512443" y="382811"/>
                  </a:lnTo>
                  <a:lnTo>
                    <a:pt x="1529736" y="428864"/>
                  </a:lnTo>
                  <a:lnTo>
                    <a:pt x="1547824" y="474491"/>
                  </a:lnTo>
                  <a:lnTo>
                    <a:pt x="1566698" y="519686"/>
                  </a:lnTo>
                  <a:lnTo>
                    <a:pt x="1586349" y="564441"/>
                  </a:lnTo>
                  <a:lnTo>
                    <a:pt x="1606768" y="608748"/>
                  </a:lnTo>
                  <a:lnTo>
                    <a:pt x="1627945" y="652600"/>
                  </a:lnTo>
                  <a:lnTo>
                    <a:pt x="1649873" y="695988"/>
                  </a:lnTo>
                  <a:lnTo>
                    <a:pt x="1672541" y="738906"/>
                  </a:lnTo>
                  <a:lnTo>
                    <a:pt x="1695940" y="781346"/>
                  </a:lnTo>
                  <a:lnTo>
                    <a:pt x="1720062" y="823301"/>
                  </a:lnTo>
                  <a:lnTo>
                    <a:pt x="1744897" y="864762"/>
                  </a:lnTo>
                  <a:lnTo>
                    <a:pt x="1770436" y="905722"/>
                  </a:lnTo>
                  <a:lnTo>
                    <a:pt x="1796669" y="946174"/>
                  </a:lnTo>
                  <a:lnTo>
                    <a:pt x="1823589" y="986110"/>
                  </a:lnTo>
                  <a:lnTo>
                    <a:pt x="1851185" y="1025522"/>
                  </a:lnTo>
                  <a:lnTo>
                    <a:pt x="1879448" y="1064403"/>
                  </a:lnTo>
                  <a:lnTo>
                    <a:pt x="1908370" y="1102745"/>
                  </a:lnTo>
                  <a:lnTo>
                    <a:pt x="1937940" y="1140541"/>
                  </a:lnTo>
                  <a:lnTo>
                    <a:pt x="1968151" y="1177783"/>
                  </a:lnTo>
                  <a:lnTo>
                    <a:pt x="1998993" y="1214464"/>
                  </a:lnTo>
                  <a:lnTo>
                    <a:pt x="2030457" y="1250576"/>
                  </a:lnTo>
                  <a:lnTo>
                    <a:pt x="2062533" y="1286111"/>
                  </a:lnTo>
                  <a:lnTo>
                    <a:pt x="2095213" y="1321061"/>
                  </a:lnTo>
                  <a:lnTo>
                    <a:pt x="2128487" y="1355420"/>
                  </a:lnTo>
                  <a:lnTo>
                    <a:pt x="2162346" y="1389180"/>
                  </a:lnTo>
                  <a:lnTo>
                    <a:pt x="2196781" y="1422333"/>
                  </a:lnTo>
                  <a:lnTo>
                    <a:pt x="2231783" y="1454871"/>
                  </a:lnTo>
                  <a:lnTo>
                    <a:pt x="2248007" y="1469431"/>
                  </a:lnTo>
                  <a:close/>
                </a:path>
                <a:path w="7524115" h="1470025">
                  <a:moveTo>
                    <a:pt x="401409" y="0"/>
                  </a:moveTo>
                  <a:lnTo>
                    <a:pt x="401409" y="47916"/>
                  </a:lnTo>
                  <a:lnTo>
                    <a:pt x="400920" y="0"/>
                  </a:lnTo>
                  <a:lnTo>
                    <a:pt x="401409" y="0"/>
                  </a:lnTo>
                  <a:close/>
                </a:path>
              </a:pathLst>
            </a:custGeom>
            <a:solidFill>
              <a:srgbClr val="BD41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64145" y="8800742"/>
              <a:ext cx="7924165" cy="1486535"/>
            </a:xfrm>
            <a:custGeom>
              <a:avLst/>
              <a:gdLst/>
              <a:ahLst/>
              <a:cxnLst/>
              <a:rect l="l" t="t" r="r" b="b"/>
              <a:pathLst>
                <a:path w="7924165" h="1486534">
                  <a:moveTo>
                    <a:pt x="7279527" y="1486256"/>
                  </a:moveTo>
                  <a:lnTo>
                    <a:pt x="232315" y="1486256"/>
                  </a:lnTo>
                  <a:lnTo>
                    <a:pt x="0" y="16825"/>
                  </a:lnTo>
                  <a:lnTo>
                    <a:pt x="1528145" y="16825"/>
                  </a:lnTo>
                  <a:lnTo>
                    <a:pt x="1528145" y="143"/>
                  </a:lnTo>
                  <a:lnTo>
                    <a:pt x="1570571" y="16824"/>
                  </a:lnTo>
                  <a:lnTo>
                    <a:pt x="3276841" y="697869"/>
                  </a:lnTo>
                  <a:lnTo>
                    <a:pt x="4983112" y="16824"/>
                  </a:lnTo>
                  <a:lnTo>
                    <a:pt x="6853243" y="16824"/>
                  </a:lnTo>
                  <a:lnTo>
                    <a:pt x="7279527" y="1486256"/>
                  </a:lnTo>
                  <a:close/>
                </a:path>
                <a:path w="7924165" h="1486534">
                  <a:moveTo>
                    <a:pt x="1528145" y="143"/>
                  </a:moveTo>
                  <a:lnTo>
                    <a:pt x="1528145" y="16825"/>
                  </a:lnTo>
                  <a:lnTo>
                    <a:pt x="1527779" y="0"/>
                  </a:lnTo>
                  <a:lnTo>
                    <a:pt x="1528145" y="143"/>
                  </a:lnTo>
                  <a:close/>
                </a:path>
                <a:path w="7924165" h="1486534">
                  <a:moveTo>
                    <a:pt x="7923822" y="1209202"/>
                  </a:moveTo>
                  <a:lnTo>
                    <a:pt x="7923822" y="1486256"/>
                  </a:lnTo>
                  <a:lnTo>
                    <a:pt x="7440045" y="1486256"/>
                  </a:lnTo>
                  <a:lnTo>
                    <a:pt x="7923822" y="1209202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1997" y="8816471"/>
              <a:ext cx="6388100" cy="14705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71599" y="8817567"/>
              <a:ext cx="6844159" cy="146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2675" y="2598218"/>
              <a:ext cx="13393828" cy="53816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589431" y="2019507"/>
            <a:ext cx="31445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185" dirty="0">
                <a:latin typeface="Tahoma"/>
                <a:cs typeface="Tahoma"/>
              </a:rPr>
              <a:t>Farfield</a:t>
            </a:r>
            <a:r>
              <a:rPr sz="2200" b="1" spc="225" dirty="0">
                <a:latin typeface="Tahoma"/>
                <a:cs typeface="Tahoma"/>
              </a:rPr>
              <a:t> </a:t>
            </a:r>
            <a:r>
              <a:rPr sz="2200" b="1" spc="204" dirty="0">
                <a:latin typeface="Tahoma"/>
                <a:cs typeface="Tahoma"/>
              </a:rPr>
              <a:t>simulation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6656" y="0"/>
            <a:ext cx="1491342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92355" y="1600816"/>
            <a:ext cx="12960985" cy="5191125"/>
            <a:chOff x="2392355" y="1600816"/>
            <a:chExt cx="12960985" cy="51911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2355" y="1600817"/>
              <a:ext cx="5610225" cy="5019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9953" y="1600816"/>
              <a:ext cx="7353299" cy="51911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997172" y="988981"/>
            <a:ext cx="19227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65" dirty="0">
                <a:latin typeface="Tahoma"/>
                <a:cs typeface="Tahoma"/>
              </a:rPr>
              <a:t>S</a:t>
            </a:r>
            <a:r>
              <a:rPr sz="2200" b="1" spc="195" dirty="0">
                <a:latin typeface="Tahoma"/>
                <a:cs typeface="Tahoma"/>
              </a:rPr>
              <a:t>t</a:t>
            </a:r>
            <a:r>
              <a:rPr sz="2200" b="1" spc="235" dirty="0">
                <a:latin typeface="Tahoma"/>
                <a:cs typeface="Tahoma"/>
              </a:rPr>
              <a:t>ee</a:t>
            </a:r>
            <a:r>
              <a:rPr sz="2200" b="1" spc="145" dirty="0">
                <a:latin typeface="Tahoma"/>
                <a:cs typeface="Tahoma"/>
              </a:rPr>
              <a:t>r</a:t>
            </a:r>
            <a:r>
              <a:rPr sz="2200" b="1" spc="195" dirty="0">
                <a:latin typeface="Tahoma"/>
                <a:cs typeface="Tahoma"/>
              </a:rPr>
              <a:t>a</a:t>
            </a:r>
            <a:r>
              <a:rPr sz="2200" b="1" spc="280" dirty="0">
                <a:latin typeface="Tahoma"/>
                <a:cs typeface="Tahoma"/>
              </a:rPr>
              <a:t>b</a:t>
            </a:r>
            <a:r>
              <a:rPr sz="2200" b="1" spc="150" dirty="0">
                <a:latin typeface="Tahoma"/>
                <a:cs typeface="Tahoma"/>
              </a:rPr>
              <a:t>ili</a:t>
            </a:r>
            <a:r>
              <a:rPr sz="2200" b="1" spc="195" dirty="0">
                <a:latin typeface="Tahoma"/>
                <a:cs typeface="Tahoma"/>
              </a:rPr>
              <a:t>t</a:t>
            </a:r>
            <a:r>
              <a:rPr sz="2200" b="1" spc="45" dirty="0">
                <a:latin typeface="Tahoma"/>
                <a:cs typeface="Tahoma"/>
              </a:rPr>
              <a:t>y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53617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18662" y="1574528"/>
            <a:ext cx="10800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310" dirty="0">
                <a:solidFill>
                  <a:srgbClr val="000000"/>
                </a:solidFill>
                <a:latin typeface="Tahoma"/>
                <a:cs typeface="Tahoma"/>
              </a:rPr>
              <a:t>Antenna</a:t>
            </a:r>
            <a:r>
              <a:rPr sz="3000" b="1" spc="39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275" dirty="0">
                <a:solidFill>
                  <a:srgbClr val="000000"/>
                </a:solidFill>
                <a:latin typeface="Tahoma"/>
                <a:cs typeface="Tahoma"/>
              </a:rPr>
              <a:t>parameters</a:t>
            </a:r>
            <a:r>
              <a:rPr sz="3000" b="1" spc="4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280" dirty="0">
                <a:solidFill>
                  <a:srgbClr val="000000"/>
                </a:solidFill>
                <a:latin typeface="Tahoma"/>
                <a:cs typeface="Tahoma"/>
              </a:rPr>
              <a:t>based</a:t>
            </a:r>
            <a:r>
              <a:rPr sz="3000" b="1" spc="4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235" dirty="0">
                <a:solidFill>
                  <a:srgbClr val="000000"/>
                </a:solidFill>
                <a:latin typeface="Tahoma"/>
                <a:cs typeface="Tahoma"/>
              </a:rPr>
              <a:t>on</a:t>
            </a:r>
            <a:r>
              <a:rPr sz="3000" b="1" spc="4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245" dirty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sz="3000" b="1" spc="4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270" dirty="0">
                <a:solidFill>
                  <a:srgbClr val="000000"/>
                </a:solidFill>
                <a:latin typeface="Tahoma"/>
                <a:cs typeface="Tahoma"/>
              </a:rPr>
              <a:t>simulation</a:t>
            </a:r>
            <a:r>
              <a:rPr sz="3000" b="1" spc="40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3000" b="1" spc="165" dirty="0">
                <a:solidFill>
                  <a:srgbClr val="000000"/>
                </a:solidFill>
                <a:latin typeface="Tahoma"/>
                <a:cs typeface="Tahoma"/>
              </a:rPr>
              <a:t>of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0730" y="1574528"/>
            <a:ext cx="1511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395" dirty="0">
                <a:latin typeface="Tahoma"/>
                <a:cs typeface="Tahoma"/>
              </a:rPr>
              <a:t>d</a:t>
            </a:r>
            <a:r>
              <a:rPr sz="3000" b="1" spc="320" dirty="0">
                <a:latin typeface="Tahoma"/>
                <a:cs typeface="Tahoma"/>
              </a:rPr>
              <a:t>e</a:t>
            </a:r>
            <a:r>
              <a:rPr sz="3000" b="1" spc="254" dirty="0">
                <a:latin typeface="Tahoma"/>
                <a:cs typeface="Tahoma"/>
              </a:rPr>
              <a:t>s</a:t>
            </a:r>
            <a:r>
              <a:rPr sz="3000" b="1" spc="204" dirty="0">
                <a:latin typeface="Tahoma"/>
                <a:cs typeface="Tahoma"/>
              </a:rPr>
              <a:t>i</a:t>
            </a:r>
            <a:r>
              <a:rPr sz="3000" b="1" spc="420" dirty="0">
                <a:latin typeface="Tahoma"/>
                <a:cs typeface="Tahoma"/>
              </a:rPr>
              <a:t>g</a:t>
            </a:r>
            <a:r>
              <a:rPr sz="3000" b="1" spc="150" dirty="0">
                <a:latin typeface="Tahoma"/>
                <a:cs typeface="Tahoma"/>
              </a:rPr>
              <a:t>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4394" y="2656934"/>
            <a:ext cx="5593080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>
              <a:lnSpc>
                <a:spcPts val="3435"/>
              </a:lnSpc>
              <a:spcBef>
                <a:spcPts val="100"/>
              </a:spcBef>
            </a:pPr>
            <a:r>
              <a:rPr sz="3100" spc="40" dirty="0">
                <a:latin typeface="Verdana"/>
                <a:cs typeface="Verdana"/>
              </a:rPr>
              <a:t>Gain:</a:t>
            </a:r>
            <a:r>
              <a:rPr sz="3100" spc="114" dirty="0">
                <a:latin typeface="Verdana"/>
                <a:cs typeface="Verdana"/>
              </a:rPr>
              <a:t> </a:t>
            </a:r>
            <a:r>
              <a:rPr sz="3100" spc="-15" dirty="0">
                <a:latin typeface="Verdana"/>
                <a:cs typeface="Verdana"/>
              </a:rPr>
              <a:t>12.5dbi</a:t>
            </a:r>
            <a:endParaRPr sz="3100">
              <a:latin typeface="Verdana"/>
              <a:cs typeface="Verdana"/>
            </a:endParaRPr>
          </a:p>
          <a:p>
            <a:pPr marL="12700" marR="5080">
              <a:lnSpc>
                <a:spcPts val="3150"/>
              </a:lnSpc>
              <a:spcBef>
                <a:spcPts val="295"/>
              </a:spcBef>
            </a:pPr>
            <a:r>
              <a:rPr sz="3100" spc="275" dirty="0">
                <a:latin typeface="Verdana"/>
                <a:cs typeface="Verdana"/>
              </a:rPr>
              <a:t>Main</a:t>
            </a:r>
            <a:r>
              <a:rPr sz="3100" spc="130" dirty="0">
                <a:latin typeface="Verdana"/>
                <a:cs typeface="Verdana"/>
              </a:rPr>
              <a:t> </a:t>
            </a:r>
            <a:r>
              <a:rPr sz="3100" spc="254" dirty="0">
                <a:latin typeface="Verdana"/>
                <a:cs typeface="Verdana"/>
              </a:rPr>
              <a:t>Lobe</a:t>
            </a:r>
            <a:r>
              <a:rPr sz="3100" spc="135" dirty="0">
                <a:latin typeface="Verdana"/>
                <a:cs typeface="Verdana"/>
              </a:rPr>
              <a:t> </a:t>
            </a:r>
            <a:r>
              <a:rPr sz="3100" spc="229" dirty="0">
                <a:latin typeface="Verdana"/>
                <a:cs typeface="Verdana"/>
              </a:rPr>
              <a:t>angular</a:t>
            </a:r>
            <a:r>
              <a:rPr sz="3100" spc="130" dirty="0">
                <a:latin typeface="Verdana"/>
                <a:cs typeface="Verdana"/>
              </a:rPr>
              <a:t> </a:t>
            </a:r>
            <a:r>
              <a:rPr sz="3100" spc="280" dirty="0">
                <a:latin typeface="Verdana"/>
                <a:cs typeface="Verdana"/>
              </a:rPr>
              <a:t>width </a:t>
            </a:r>
            <a:r>
              <a:rPr sz="3100" spc="-107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(3db)=24</a:t>
            </a:r>
            <a:r>
              <a:rPr sz="3100" spc="150" dirty="0">
                <a:latin typeface="Verdana"/>
                <a:cs typeface="Verdana"/>
              </a:rPr>
              <a:t> </a:t>
            </a:r>
            <a:r>
              <a:rPr sz="3100" spc="225" dirty="0">
                <a:latin typeface="Verdana"/>
                <a:cs typeface="Verdana"/>
              </a:rPr>
              <a:t>degrees</a:t>
            </a:r>
            <a:endParaRPr sz="3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3387857"/>
            <a:ext cx="6467474" cy="5686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352" y="3373740"/>
            <a:ext cx="6762749" cy="56959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81370" y="988981"/>
            <a:ext cx="47542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75" dirty="0">
                <a:latin typeface="Tahoma"/>
                <a:cs typeface="Tahoma"/>
              </a:rPr>
              <a:t>Parts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210" dirty="0">
                <a:latin typeface="Tahoma"/>
                <a:cs typeface="Tahoma"/>
              </a:rPr>
              <a:t>Acquisition-main</a:t>
            </a:r>
            <a:r>
              <a:rPr sz="2200" b="1" spc="285" dirty="0">
                <a:latin typeface="Tahoma"/>
                <a:cs typeface="Tahoma"/>
              </a:rPr>
              <a:t> </a:t>
            </a:r>
            <a:r>
              <a:rPr sz="2200" b="1" spc="170" dirty="0">
                <a:latin typeface="Tahoma"/>
                <a:cs typeface="Tahoma"/>
              </a:rPr>
              <a:t>parts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8883" y="2710035"/>
            <a:ext cx="31959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50" dirty="0">
                <a:latin typeface="Tahoma"/>
                <a:cs typeface="Tahoma"/>
              </a:rPr>
              <a:t>RF</a:t>
            </a:r>
            <a:r>
              <a:rPr sz="2200" b="1" spc="270" dirty="0">
                <a:latin typeface="Tahoma"/>
                <a:cs typeface="Tahoma"/>
              </a:rPr>
              <a:t> </a:t>
            </a:r>
            <a:r>
              <a:rPr sz="2200" b="1" spc="200" dirty="0">
                <a:latin typeface="Tahoma"/>
                <a:cs typeface="Tahoma"/>
              </a:rPr>
              <a:t>power</a:t>
            </a:r>
            <a:r>
              <a:rPr sz="2200" b="1" spc="275" dirty="0">
                <a:latin typeface="Tahoma"/>
                <a:cs typeface="Tahoma"/>
              </a:rPr>
              <a:t> </a:t>
            </a:r>
            <a:r>
              <a:rPr sz="2200" b="1" spc="200" dirty="0">
                <a:latin typeface="Tahoma"/>
                <a:cs typeface="Tahoma"/>
              </a:rPr>
              <a:t>Amplifier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75683" y="2710035"/>
            <a:ext cx="25996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229" dirty="0">
                <a:latin typeface="Tahoma"/>
                <a:cs typeface="Tahoma"/>
              </a:rPr>
              <a:t>Antenna</a:t>
            </a:r>
            <a:r>
              <a:rPr sz="2200" b="1" spc="204" dirty="0">
                <a:latin typeface="Tahoma"/>
                <a:cs typeface="Tahoma"/>
              </a:rPr>
              <a:t> </a:t>
            </a:r>
            <a:r>
              <a:rPr sz="2200" b="1" spc="200" dirty="0">
                <a:latin typeface="Tahoma"/>
                <a:cs typeface="Tahoma"/>
              </a:rPr>
              <a:t>switch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5029" y="0"/>
            <a:ext cx="3086100" cy="1236345"/>
          </a:xfrm>
          <a:custGeom>
            <a:avLst/>
            <a:gdLst/>
            <a:ahLst/>
            <a:cxnLst/>
            <a:rect l="l" t="t" r="r" b="b"/>
            <a:pathLst>
              <a:path w="3086100" h="1236345">
                <a:moveTo>
                  <a:pt x="1543050" y="1235789"/>
                </a:moveTo>
                <a:lnTo>
                  <a:pt x="1476116" y="1235212"/>
                </a:lnTo>
                <a:lnTo>
                  <a:pt x="1409910" y="1233495"/>
                </a:lnTo>
                <a:lnTo>
                  <a:pt x="1344490" y="1230662"/>
                </a:lnTo>
                <a:lnTo>
                  <a:pt x="1279914" y="1226737"/>
                </a:lnTo>
                <a:lnTo>
                  <a:pt x="1216241" y="1221742"/>
                </a:lnTo>
                <a:lnTo>
                  <a:pt x="1153527" y="1215702"/>
                </a:lnTo>
                <a:lnTo>
                  <a:pt x="1091831" y="1208640"/>
                </a:lnTo>
                <a:lnTo>
                  <a:pt x="1031211" y="1200580"/>
                </a:lnTo>
                <a:lnTo>
                  <a:pt x="971725" y="1191544"/>
                </a:lnTo>
                <a:lnTo>
                  <a:pt x="913430" y="1181556"/>
                </a:lnTo>
                <a:lnTo>
                  <a:pt x="856385" y="1170640"/>
                </a:lnTo>
                <a:lnTo>
                  <a:pt x="800647" y="1158820"/>
                </a:lnTo>
                <a:lnTo>
                  <a:pt x="746274" y="1146117"/>
                </a:lnTo>
                <a:lnTo>
                  <a:pt x="693324" y="1132557"/>
                </a:lnTo>
                <a:lnTo>
                  <a:pt x="641855" y="1118163"/>
                </a:lnTo>
                <a:lnTo>
                  <a:pt x="591926" y="1102957"/>
                </a:lnTo>
                <a:lnTo>
                  <a:pt x="543593" y="1086964"/>
                </a:lnTo>
                <a:lnTo>
                  <a:pt x="496914" y="1070207"/>
                </a:lnTo>
                <a:lnTo>
                  <a:pt x="451949" y="1052709"/>
                </a:lnTo>
                <a:lnTo>
                  <a:pt x="408753" y="1034493"/>
                </a:lnTo>
                <a:lnTo>
                  <a:pt x="367387" y="1015585"/>
                </a:lnTo>
                <a:lnTo>
                  <a:pt x="327906" y="996005"/>
                </a:lnTo>
                <a:lnTo>
                  <a:pt x="290370" y="975779"/>
                </a:lnTo>
                <a:lnTo>
                  <a:pt x="254836" y="954930"/>
                </a:lnTo>
                <a:lnTo>
                  <a:pt x="221361" y="933480"/>
                </a:lnTo>
                <a:lnTo>
                  <a:pt x="190005" y="911454"/>
                </a:lnTo>
                <a:lnTo>
                  <a:pt x="133878" y="865767"/>
                </a:lnTo>
                <a:lnTo>
                  <a:pt x="86917" y="818055"/>
                </a:lnTo>
                <a:lnTo>
                  <a:pt x="49585" y="768506"/>
                </a:lnTo>
                <a:lnTo>
                  <a:pt x="22346" y="717307"/>
                </a:lnTo>
                <a:lnTo>
                  <a:pt x="5663" y="664647"/>
                </a:lnTo>
                <a:lnTo>
                  <a:pt x="0" y="610713"/>
                </a:lnTo>
                <a:lnTo>
                  <a:pt x="1425" y="583599"/>
                </a:lnTo>
                <a:lnTo>
                  <a:pt x="12656" y="530279"/>
                </a:lnTo>
                <a:lnTo>
                  <a:pt x="34675" y="478326"/>
                </a:lnTo>
                <a:lnTo>
                  <a:pt x="67018" y="427929"/>
                </a:lnTo>
                <a:lnTo>
                  <a:pt x="109222" y="379275"/>
                </a:lnTo>
                <a:lnTo>
                  <a:pt x="160825" y="332552"/>
                </a:lnTo>
                <a:lnTo>
                  <a:pt x="221361" y="287947"/>
                </a:lnTo>
                <a:lnTo>
                  <a:pt x="254836" y="266497"/>
                </a:lnTo>
                <a:lnTo>
                  <a:pt x="290370" y="245648"/>
                </a:lnTo>
                <a:lnTo>
                  <a:pt x="327906" y="225422"/>
                </a:lnTo>
                <a:lnTo>
                  <a:pt x="367387" y="205842"/>
                </a:lnTo>
                <a:lnTo>
                  <a:pt x="408753" y="186933"/>
                </a:lnTo>
                <a:lnTo>
                  <a:pt x="451949" y="168718"/>
                </a:lnTo>
                <a:lnTo>
                  <a:pt x="496914" y="151220"/>
                </a:lnTo>
                <a:lnTo>
                  <a:pt x="543593" y="134463"/>
                </a:lnTo>
                <a:lnTo>
                  <a:pt x="591926" y="118470"/>
                </a:lnTo>
                <a:lnTo>
                  <a:pt x="641855" y="103264"/>
                </a:lnTo>
                <a:lnTo>
                  <a:pt x="693324" y="88870"/>
                </a:lnTo>
                <a:lnTo>
                  <a:pt x="746274" y="75310"/>
                </a:lnTo>
                <a:lnTo>
                  <a:pt x="800647" y="62607"/>
                </a:lnTo>
                <a:lnTo>
                  <a:pt x="856385" y="50787"/>
                </a:lnTo>
                <a:lnTo>
                  <a:pt x="913430" y="39871"/>
                </a:lnTo>
                <a:lnTo>
                  <a:pt x="971725" y="29883"/>
                </a:lnTo>
                <a:lnTo>
                  <a:pt x="1031211" y="20847"/>
                </a:lnTo>
                <a:lnTo>
                  <a:pt x="1091831" y="12787"/>
                </a:lnTo>
                <a:lnTo>
                  <a:pt x="1153527" y="5725"/>
                </a:lnTo>
                <a:lnTo>
                  <a:pt x="1212972" y="0"/>
                </a:lnTo>
                <a:lnTo>
                  <a:pt x="1873127" y="0"/>
                </a:lnTo>
                <a:lnTo>
                  <a:pt x="1932572" y="5725"/>
                </a:lnTo>
                <a:lnTo>
                  <a:pt x="1994268" y="12787"/>
                </a:lnTo>
                <a:lnTo>
                  <a:pt x="2054888" y="20847"/>
                </a:lnTo>
                <a:lnTo>
                  <a:pt x="2114374" y="29883"/>
                </a:lnTo>
                <a:lnTo>
                  <a:pt x="2172669" y="39871"/>
                </a:lnTo>
                <a:lnTo>
                  <a:pt x="2229715" y="50787"/>
                </a:lnTo>
                <a:lnTo>
                  <a:pt x="2285453" y="62607"/>
                </a:lnTo>
                <a:lnTo>
                  <a:pt x="2339826" y="75310"/>
                </a:lnTo>
                <a:lnTo>
                  <a:pt x="2392775" y="88870"/>
                </a:lnTo>
                <a:lnTo>
                  <a:pt x="2444244" y="103264"/>
                </a:lnTo>
                <a:lnTo>
                  <a:pt x="2494174" y="118470"/>
                </a:lnTo>
                <a:lnTo>
                  <a:pt x="2542507" y="134463"/>
                </a:lnTo>
                <a:lnTo>
                  <a:pt x="2589185" y="151220"/>
                </a:lnTo>
                <a:lnTo>
                  <a:pt x="2634151" y="168718"/>
                </a:lnTo>
                <a:lnTo>
                  <a:pt x="2677346" y="186933"/>
                </a:lnTo>
                <a:lnTo>
                  <a:pt x="2718713" y="205842"/>
                </a:lnTo>
                <a:lnTo>
                  <a:pt x="2758193" y="225422"/>
                </a:lnTo>
                <a:lnTo>
                  <a:pt x="2795730" y="245648"/>
                </a:lnTo>
                <a:lnTo>
                  <a:pt x="2831264" y="266497"/>
                </a:lnTo>
                <a:lnTo>
                  <a:pt x="2864738" y="287947"/>
                </a:lnTo>
                <a:lnTo>
                  <a:pt x="2896094" y="309973"/>
                </a:lnTo>
                <a:lnTo>
                  <a:pt x="2952222" y="355660"/>
                </a:lnTo>
                <a:lnTo>
                  <a:pt x="2999183" y="403372"/>
                </a:lnTo>
                <a:lnTo>
                  <a:pt x="3036514" y="452921"/>
                </a:lnTo>
                <a:lnTo>
                  <a:pt x="3063753" y="504120"/>
                </a:lnTo>
                <a:lnTo>
                  <a:pt x="3080436" y="556780"/>
                </a:lnTo>
                <a:lnTo>
                  <a:pt x="3086100" y="610713"/>
                </a:lnTo>
                <a:lnTo>
                  <a:pt x="3084674" y="637828"/>
                </a:lnTo>
                <a:lnTo>
                  <a:pt x="3073443" y="691148"/>
                </a:lnTo>
                <a:lnTo>
                  <a:pt x="3051424" y="743101"/>
                </a:lnTo>
                <a:lnTo>
                  <a:pt x="3019081" y="793498"/>
                </a:lnTo>
                <a:lnTo>
                  <a:pt x="2976877" y="842152"/>
                </a:lnTo>
                <a:lnTo>
                  <a:pt x="2925275" y="888875"/>
                </a:lnTo>
                <a:lnTo>
                  <a:pt x="2864738" y="933480"/>
                </a:lnTo>
                <a:lnTo>
                  <a:pt x="2831264" y="954930"/>
                </a:lnTo>
                <a:lnTo>
                  <a:pt x="2795730" y="975779"/>
                </a:lnTo>
                <a:lnTo>
                  <a:pt x="2758193" y="996005"/>
                </a:lnTo>
                <a:lnTo>
                  <a:pt x="2718713" y="1015585"/>
                </a:lnTo>
                <a:lnTo>
                  <a:pt x="2677346" y="1034493"/>
                </a:lnTo>
                <a:lnTo>
                  <a:pt x="2634151" y="1052709"/>
                </a:lnTo>
                <a:lnTo>
                  <a:pt x="2589185" y="1070207"/>
                </a:lnTo>
                <a:lnTo>
                  <a:pt x="2542507" y="1086964"/>
                </a:lnTo>
                <a:lnTo>
                  <a:pt x="2494174" y="1102957"/>
                </a:lnTo>
                <a:lnTo>
                  <a:pt x="2444244" y="1118163"/>
                </a:lnTo>
                <a:lnTo>
                  <a:pt x="2392775" y="1132557"/>
                </a:lnTo>
                <a:lnTo>
                  <a:pt x="2339826" y="1146117"/>
                </a:lnTo>
                <a:lnTo>
                  <a:pt x="2285453" y="1158820"/>
                </a:lnTo>
                <a:lnTo>
                  <a:pt x="2229715" y="1170640"/>
                </a:lnTo>
                <a:lnTo>
                  <a:pt x="2172669" y="1181556"/>
                </a:lnTo>
                <a:lnTo>
                  <a:pt x="2114374" y="1191544"/>
                </a:lnTo>
                <a:lnTo>
                  <a:pt x="2054888" y="1200580"/>
                </a:lnTo>
                <a:lnTo>
                  <a:pt x="1994268" y="1208640"/>
                </a:lnTo>
                <a:lnTo>
                  <a:pt x="1932572" y="1215702"/>
                </a:lnTo>
                <a:lnTo>
                  <a:pt x="1869859" y="1221742"/>
                </a:lnTo>
                <a:lnTo>
                  <a:pt x="1806185" y="1226737"/>
                </a:lnTo>
                <a:lnTo>
                  <a:pt x="1741610" y="1230662"/>
                </a:lnTo>
                <a:lnTo>
                  <a:pt x="1676190" y="1233495"/>
                </a:lnTo>
                <a:lnTo>
                  <a:pt x="1609984" y="1235212"/>
                </a:lnTo>
                <a:lnTo>
                  <a:pt x="1543050" y="1235789"/>
                </a:lnTo>
                <a:close/>
              </a:path>
            </a:pathLst>
          </a:custGeom>
          <a:solidFill>
            <a:srgbClr val="F99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93582" y="407944"/>
            <a:ext cx="789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200" b="1" spc="10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00" b="1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b="1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00" b="1" spc="-5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45025" y="1442693"/>
            <a:ext cx="3086100" cy="2100580"/>
          </a:xfrm>
          <a:custGeom>
            <a:avLst/>
            <a:gdLst/>
            <a:ahLst/>
            <a:cxnLst/>
            <a:rect l="l" t="t" r="r" b="b"/>
            <a:pathLst>
              <a:path w="3086100" h="2100579">
                <a:moveTo>
                  <a:pt x="3086100" y="1634934"/>
                </a:moveTo>
                <a:lnTo>
                  <a:pt x="3083699" y="1587347"/>
                </a:lnTo>
                <a:lnTo>
                  <a:pt x="3076638" y="1541119"/>
                </a:lnTo>
                <a:lnTo>
                  <a:pt x="3065170" y="1496504"/>
                </a:lnTo>
                <a:lnTo>
                  <a:pt x="3049511" y="1453730"/>
                </a:lnTo>
                <a:lnTo>
                  <a:pt x="3029915" y="1413040"/>
                </a:lnTo>
                <a:lnTo>
                  <a:pt x="3006598" y="1374660"/>
                </a:lnTo>
                <a:lnTo>
                  <a:pt x="2979788" y="1338821"/>
                </a:lnTo>
                <a:lnTo>
                  <a:pt x="2949740" y="1305763"/>
                </a:lnTo>
                <a:lnTo>
                  <a:pt x="2916682" y="1275715"/>
                </a:lnTo>
                <a:lnTo>
                  <a:pt x="2880842" y="1248918"/>
                </a:lnTo>
                <a:lnTo>
                  <a:pt x="2842463" y="1225600"/>
                </a:lnTo>
                <a:lnTo>
                  <a:pt x="2801772" y="1205992"/>
                </a:lnTo>
                <a:lnTo>
                  <a:pt x="2758998" y="1190332"/>
                </a:lnTo>
                <a:lnTo>
                  <a:pt x="2714383" y="1178864"/>
                </a:lnTo>
                <a:lnTo>
                  <a:pt x="2668168" y="1171816"/>
                </a:lnTo>
                <a:lnTo>
                  <a:pt x="2620568" y="1169403"/>
                </a:lnTo>
                <a:lnTo>
                  <a:pt x="465531" y="1169403"/>
                </a:lnTo>
                <a:lnTo>
                  <a:pt x="417931" y="1171816"/>
                </a:lnTo>
                <a:lnTo>
                  <a:pt x="371716" y="1178864"/>
                </a:lnTo>
                <a:lnTo>
                  <a:pt x="327101" y="1190332"/>
                </a:lnTo>
                <a:lnTo>
                  <a:pt x="284327" y="1205992"/>
                </a:lnTo>
                <a:lnTo>
                  <a:pt x="243636" y="1225600"/>
                </a:lnTo>
                <a:lnTo>
                  <a:pt x="205244" y="1248918"/>
                </a:lnTo>
                <a:lnTo>
                  <a:pt x="169405" y="1275715"/>
                </a:lnTo>
                <a:lnTo>
                  <a:pt x="136347" y="1305763"/>
                </a:lnTo>
                <a:lnTo>
                  <a:pt x="106299" y="1338821"/>
                </a:lnTo>
                <a:lnTo>
                  <a:pt x="79502" y="1374660"/>
                </a:lnTo>
                <a:lnTo>
                  <a:pt x="56184" y="1413040"/>
                </a:lnTo>
                <a:lnTo>
                  <a:pt x="36576" y="1453730"/>
                </a:lnTo>
                <a:lnTo>
                  <a:pt x="20929" y="1496504"/>
                </a:lnTo>
                <a:lnTo>
                  <a:pt x="9461" y="1541119"/>
                </a:lnTo>
                <a:lnTo>
                  <a:pt x="2400" y="1587347"/>
                </a:lnTo>
                <a:lnTo>
                  <a:pt x="0" y="1634947"/>
                </a:lnTo>
                <a:lnTo>
                  <a:pt x="2400" y="1682534"/>
                </a:lnTo>
                <a:lnTo>
                  <a:pt x="9461" y="1728762"/>
                </a:lnTo>
                <a:lnTo>
                  <a:pt x="20929" y="1773377"/>
                </a:lnTo>
                <a:lnTo>
                  <a:pt x="36576" y="1816150"/>
                </a:lnTo>
                <a:lnTo>
                  <a:pt x="56184" y="1856841"/>
                </a:lnTo>
                <a:lnTo>
                  <a:pt x="79502" y="1895221"/>
                </a:lnTo>
                <a:lnTo>
                  <a:pt x="106299" y="1931060"/>
                </a:lnTo>
                <a:lnTo>
                  <a:pt x="136347" y="1964118"/>
                </a:lnTo>
                <a:lnTo>
                  <a:pt x="169405" y="1994166"/>
                </a:lnTo>
                <a:lnTo>
                  <a:pt x="205244" y="2020963"/>
                </a:lnTo>
                <a:lnTo>
                  <a:pt x="243636" y="2044293"/>
                </a:lnTo>
                <a:lnTo>
                  <a:pt x="284327" y="2063889"/>
                </a:lnTo>
                <a:lnTo>
                  <a:pt x="327101" y="2079548"/>
                </a:lnTo>
                <a:lnTo>
                  <a:pt x="371716" y="2091016"/>
                </a:lnTo>
                <a:lnTo>
                  <a:pt x="417931" y="2098078"/>
                </a:lnTo>
                <a:lnTo>
                  <a:pt x="465518" y="2100478"/>
                </a:lnTo>
                <a:lnTo>
                  <a:pt x="2620568" y="2100478"/>
                </a:lnTo>
                <a:lnTo>
                  <a:pt x="2668168" y="2098078"/>
                </a:lnTo>
                <a:lnTo>
                  <a:pt x="2714383" y="2091016"/>
                </a:lnTo>
                <a:lnTo>
                  <a:pt x="2758998" y="2079548"/>
                </a:lnTo>
                <a:lnTo>
                  <a:pt x="2801772" y="2063889"/>
                </a:lnTo>
                <a:lnTo>
                  <a:pt x="2842463" y="2044293"/>
                </a:lnTo>
                <a:lnTo>
                  <a:pt x="2880842" y="2020963"/>
                </a:lnTo>
                <a:lnTo>
                  <a:pt x="2916682" y="1994166"/>
                </a:lnTo>
                <a:lnTo>
                  <a:pt x="2949740" y="1964118"/>
                </a:lnTo>
                <a:lnTo>
                  <a:pt x="2979788" y="1931060"/>
                </a:lnTo>
                <a:lnTo>
                  <a:pt x="3006598" y="1895221"/>
                </a:lnTo>
                <a:lnTo>
                  <a:pt x="3029915" y="1856841"/>
                </a:lnTo>
                <a:lnTo>
                  <a:pt x="3049511" y="1816150"/>
                </a:lnTo>
                <a:lnTo>
                  <a:pt x="3065170" y="1773377"/>
                </a:lnTo>
                <a:lnTo>
                  <a:pt x="3076638" y="1728762"/>
                </a:lnTo>
                <a:lnTo>
                  <a:pt x="3083699" y="1682534"/>
                </a:lnTo>
                <a:lnTo>
                  <a:pt x="3086100" y="1634934"/>
                </a:lnTo>
                <a:close/>
              </a:path>
              <a:path w="3086100" h="2100579">
                <a:moveTo>
                  <a:pt x="3086100" y="485762"/>
                </a:moveTo>
                <a:lnTo>
                  <a:pt x="3083725" y="437756"/>
                </a:lnTo>
                <a:lnTo>
                  <a:pt x="3076676" y="390550"/>
                </a:lnTo>
                <a:lnTo>
                  <a:pt x="3065094" y="344487"/>
                </a:lnTo>
                <a:lnTo>
                  <a:pt x="3049117" y="299872"/>
                </a:lnTo>
                <a:lnTo>
                  <a:pt x="3028873" y="257022"/>
                </a:lnTo>
                <a:lnTo>
                  <a:pt x="3004477" y="216255"/>
                </a:lnTo>
                <a:lnTo>
                  <a:pt x="2976092" y="177901"/>
                </a:lnTo>
                <a:lnTo>
                  <a:pt x="2943822" y="142278"/>
                </a:lnTo>
                <a:lnTo>
                  <a:pt x="2908185" y="110007"/>
                </a:lnTo>
                <a:lnTo>
                  <a:pt x="2869831" y="81610"/>
                </a:lnTo>
                <a:lnTo>
                  <a:pt x="2829064" y="57226"/>
                </a:lnTo>
                <a:lnTo>
                  <a:pt x="2786215" y="36969"/>
                </a:lnTo>
                <a:lnTo>
                  <a:pt x="2741599" y="20993"/>
                </a:lnTo>
                <a:lnTo>
                  <a:pt x="2695537" y="9410"/>
                </a:lnTo>
                <a:lnTo>
                  <a:pt x="2648331" y="2374"/>
                </a:lnTo>
                <a:lnTo>
                  <a:pt x="2600325" y="0"/>
                </a:lnTo>
                <a:lnTo>
                  <a:pt x="485775" y="0"/>
                </a:lnTo>
                <a:lnTo>
                  <a:pt x="437756" y="2374"/>
                </a:lnTo>
                <a:lnTo>
                  <a:pt x="390563" y="9410"/>
                </a:lnTo>
                <a:lnTo>
                  <a:pt x="344487" y="20993"/>
                </a:lnTo>
                <a:lnTo>
                  <a:pt x="299872" y="36969"/>
                </a:lnTo>
                <a:lnTo>
                  <a:pt x="257022" y="57226"/>
                </a:lnTo>
                <a:lnTo>
                  <a:pt x="216268" y="81610"/>
                </a:lnTo>
                <a:lnTo>
                  <a:pt x="177914" y="110007"/>
                </a:lnTo>
                <a:lnTo>
                  <a:pt x="142278" y="142278"/>
                </a:lnTo>
                <a:lnTo>
                  <a:pt x="110007" y="177901"/>
                </a:lnTo>
                <a:lnTo>
                  <a:pt x="81610" y="216255"/>
                </a:lnTo>
                <a:lnTo>
                  <a:pt x="57226" y="257022"/>
                </a:lnTo>
                <a:lnTo>
                  <a:pt x="36969" y="299872"/>
                </a:lnTo>
                <a:lnTo>
                  <a:pt x="20993" y="344487"/>
                </a:lnTo>
                <a:lnTo>
                  <a:pt x="9423" y="390550"/>
                </a:lnTo>
                <a:lnTo>
                  <a:pt x="2374" y="437756"/>
                </a:lnTo>
                <a:lnTo>
                  <a:pt x="0" y="485762"/>
                </a:lnTo>
                <a:lnTo>
                  <a:pt x="0" y="531241"/>
                </a:lnTo>
                <a:lnTo>
                  <a:pt x="2374" y="579247"/>
                </a:lnTo>
                <a:lnTo>
                  <a:pt x="9423" y="626440"/>
                </a:lnTo>
                <a:lnTo>
                  <a:pt x="20993" y="672515"/>
                </a:lnTo>
                <a:lnTo>
                  <a:pt x="36969" y="717130"/>
                </a:lnTo>
                <a:lnTo>
                  <a:pt x="57226" y="759980"/>
                </a:lnTo>
                <a:lnTo>
                  <a:pt x="81610" y="800747"/>
                </a:lnTo>
                <a:lnTo>
                  <a:pt x="110007" y="839101"/>
                </a:lnTo>
                <a:lnTo>
                  <a:pt x="142278" y="874725"/>
                </a:lnTo>
                <a:lnTo>
                  <a:pt x="177914" y="906995"/>
                </a:lnTo>
                <a:lnTo>
                  <a:pt x="216268" y="935393"/>
                </a:lnTo>
                <a:lnTo>
                  <a:pt x="257022" y="959777"/>
                </a:lnTo>
                <a:lnTo>
                  <a:pt x="299872" y="980033"/>
                </a:lnTo>
                <a:lnTo>
                  <a:pt x="344487" y="996010"/>
                </a:lnTo>
                <a:lnTo>
                  <a:pt x="390563" y="1007592"/>
                </a:lnTo>
                <a:lnTo>
                  <a:pt x="437756" y="1014628"/>
                </a:lnTo>
                <a:lnTo>
                  <a:pt x="485762" y="1017003"/>
                </a:lnTo>
                <a:lnTo>
                  <a:pt x="2600325" y="1017003"/>
                </a:lnTo>
                <a:lnTo>
                  <a:pt x="2648331" y="1014628"/>
                </a:lnTo>
                <a:lnTo>
                  <a:pt x="2695537" y="1007592"/>
                </a:lnTo>
                <a:lnTo>
                  <a:pt x="2741599" y="996010"/>
                </a:lnTo>
                <a:lnTo>
                  <a:pt x="2786215" y="980033"/>
                </a:lnTo>
                <a:lnTo>
                  <a:pt x="2829064" y="959777"/>
                </a:lnTo>
                <a:lnTo>
                  <a:pt x="2869831" y="935393"/>
                </a:lnTo>
                <a:lnTo>
                  <a:pt x="2908185" y="906995"/>
                </a:lnTo>
                <a:lnTo>
                  <a:pt x="2943822" y="874725"/>
                </a:lnTo>
                <a:lnTo>
                  <a:pt x="2976092" y="839101"/>
                </a:lnTo>
                <a:lnTo>
                  <a:pt x="3004477" y="800747"/>
                </a:lnTo>
                <a:lnTo>
                  <a:pt x="3028873" y="759980"/>
                </a:lnTo>
                <a:lnTo>
                  <a:pt x="3049117" y="717130"/>
                </a:lnTo>
                <a:lnTo>
                  <a:pt x="3065094" y="672515"/>
                </a:lnTo>
                <a:lnTo>
                  <a:pt x="3076676" y="626440"/>
                </a:lnTo>
                <a:lnTo>
                  <a:pt x="3083725" y="579247"/>
                </a:lnTo>
                <a:lnTo>
                  <a:pt x="3086100" y="531241"/>
                </a:lnTo>
                <a:lnTo>
                  <a:pt x="3086100" y="485762"/>
                </a:lnTo>
                <a:close/>
              </a:path>
            </a:pathLst>
          </a:custGeom>
          <a:solidFill>
            <a:srgbClr val="F99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61174" y="1741163"/>
            <a:ext cx="265366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b="1" spc="75" dirty="0">
                <a:solidFill>
                  <a:srgbClr val="FFFFFF"/>
                </a:solidFill>
                <a:latin typeface="Verdana"/>
                <a:cs typeface="Verdana"/>
              </a:rPr>
              <a:t>Antenna</a:t>
            </a:r>
            <a:r>
              <a:rPr sz="2200" b="1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70" dirty="0">
                <a:solidFill>
                  <a:srgbClr val="FFFFFF"/>
                </a:solidFill>
                <a:latin typeface="Verdana"/>
                <a:cs typeface="Verdana"/>
              </a:rPr>
              <a:t>Design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700">
              <a:latin typeface="Verdana"/>
              <a:cs typeface="Verdana"/>
            </a:endParaRPr>
          </a:p>
          <a:p>
            <a:pPr algn="ctr">
              <a:lnSpc>
                <a:spcPts val="2445"/>
              </a:lnSpc>
              <a:spcBef>
                <a:spcPts val="1860"/>
              </a:spcBef>
            </a:pPr>
            <a:r>
              <a:rPr sz="2200" b="1" spc="75" dirty="0">
                <a:solidFill>
                  <a:srgbClr val="FFFFFF"/>
                </a:solidFill>
                <a:latin typeface="Verdana"/>
                <a:cs typeface="Verdana"/>
              </a:rPr>
              <a:t>Antenna</a:t>
            </a:r>
            <a:endParaRPr sz="2200">
              <a:latin typeface="Verdana"/>
              <a:cs typeface="Verdana"/>
            </a:endParaRPr>
          </a:p>
          <a:p>
            <a:pPr algn="ctr">
              <a:lnSpc>
                <a:spcPts val="2445"/>
              </a:lnSpc>
            </a:pPr>
            <a:r>
              <a:rPr sz="2200" b="1" spc="55" dirty="0">
                <a:solidFill>
                  <a:srgbClr val="FFFFFF"/>
                </a:solidFill>
                <a:latin typeface="Verdana"/>
                <a:cs typeface="Verdana"/>
              </a:rPr>
              <a:t>Simulations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05897" y="3666578"/>
            <a:ext cx="4163060" cy="5134610"/>
          </a:xfrm>
          <a:custGeom>
            <a:avLst/>
            <a:gdLst/>
            <a:ahLst/>
            <a:cxnLst/>
            <a:rect l="l" t="t" r="r" b="b"/>
            <a:pathLst>
              <a:path w="4163059" h="5134609">
                <a:moveTo>
                  <a:pt x="3625227" y="3114738"/>
                </a:moveTo>
                <a:lnTo>
                  <a:pt x="3622852" y="3066732"/>
                </a:lnTo>
                <a:lnTo>
                  <a:pt x="3615804" y="3019526"/>
                </a:lnTo>
                <a:lnTo>
                  <a:pt x="3604222" y="2973463"/>
                </a:lnTo>
                <a:lnTo>
                  <a:pt x="3588245" y="2928836"/>
                </a:lnTo>
                <a:lnTo>
                  <a:pt x="3568001" y="2885998"/>
                </a:lnTo>
                <a:lnTo>
                  <a:pt x="3543604" y="2845231"/>
                </a:lnTo>
                <a:lnTo>
                  <a:pt x="3515220" y="2806877"/>
                </a:lnTo>
                <a:lnTo>
                  <a:pt x="3482949" y="2771241"/>
                </a:lnTo>
                <a:lnTo>
                  <a:pt x="3447313" y="2738971"/>
                </a:lnTo>
                <a:lnTo>
                  <a:pt x="3408959" y="2710586"/>
                </a:lnTo>
                <a:lnTo>
                  <a:pt x="3368192" y="2686189"/>
                </a:lnTo>
                <a:lnTo>
                  <a:pt x="3325342" y="2665946"/>
                </a:lnTo>
                <a:lnTo>
                  <a:pt x="3280727" y="2649956"/>
                </a:lnTo>
                <a:lnTo>
                  <a:pt x="3234664" y="2638387"/>
                </a:lnTo>
                <a:lnTo>
                  <a:pt x="3187458" y="2631338"/>
                </a:lnTo>
                <a:lnTo>
                  <a:pt x="3139452" y="2628963"/>
                </a:lnTo>
                <a:lnTo>
                  <a:pt x="1024902" y="2628963"/>
                </a:lnTo>
                <a:lnTo>
                  <a:pt x="976884" y="2631338"/>
                </a:lnTo>
                <a:lnTo>
                  <a:pt x="929690" y="2638387"/>
                </a:lnTo>
                <a:lnTo>
                  <a:pt x="883615" y="2649956"/>
                </a:lnTo>
                <a:lnTo>
                  <a:pt x="839000" y="2665946"/>
                </a:lnTo>
                <a:lnTo>
                  <a:pt x="796150" y="2686189"/>
                </a:lnTo>
                <a:lnTo>
                  <a:pt x="755396" y="2710586"/>
                </a:lnTo>
                <a:lnTo>
                  <a:pt x="717042" y="2738971"/>
                </a:lnTo>
                <a:lnTo>
                  <a:pt x="681405" y="2771241"/>
                </a:lnTo>
                <a:lnTo>
                  <a:pt x="649135" y="2806877"/>
                </a:lnTo>
                <a:lnTo>
                  <a:pt x="620737" y="2845231"/>
                </a:lnTo>
                <a:lnTo>
                  <a:pt x="596353" y="2885998"/>
                </a:lnTo>
                <a:lnTo>
                  <a:pt x="576097" y="2928836"/>
                </a:lnTo>
                <a:lnTo>
                  <a:pt x="560120" y="2973463"/>
                </a:lnTo>
                <a:lnTo>
                  <a:pt x="548551" y="3019526"/>
                </a:lnTo>
                <a:lnTo>
                  <a:pt x="541502" y="3066732"/>
                </a:lnTo>
                <a:lnTo>
                  <a:pt x="539127" y="3114738"/>
                </a:lnTo>
                <a:lnTo>
                  <a:pt x="539127" y="3218484"/>
                </a:lnTo>
                <a:lnTo>
                  <a:pt x="541502" y="3266503"/>
                </a:lnTo>
                <a:lnTo>
                  <a:pt x="548551" y="3313696"/>
                </a:lnTo>
                <a:lnTo>
                  <a:pt x="560120" y="3359772"/>
                </a:lnTo>
                <a:lnTo>
                  <a:pt x="576097" y="3404387"/>
                </a:lnTo>
                <a:lnTo>
                  <a:pt x="596353" y="3447237"/>
                </a:lnTo>
                <a:lnTo>
                  <a:pt x="620737" y="3487991"/>
                </a:lnTo>
                <a:lnTo>
                  <a:pt x="649135" y="3526358"/>
                </a:lnTo>
                <a:lnTo>
                  <a:pt x="681405" y="3561981"/>
                </a:lnTo>
                <a:lnTo>
                  <a:pt x="717042" y="3594252"/>
                </a:lnTo>
                <a:lnTo>
                  <a:pt x="755396" y="3622649"/>
                </a:lnTo>
                <a:lnTo>
                  <a:pt x="796150" y="3647033"/>
                </a:lnTo>
                <a:lnTo>
                  <a:pt x="839000" y="3667290"/>
                </a:lnTo>
                <a:lnTo>
                  <a:pt x="883615" y="3683266"/>
                </a:lnTo>
                <a:lnTo>
                  <a:pt x="929690" y="3694849"/>
                </a:lnTo>
                <a:lnTo>
                  <a:pt x="976884" y="3701885"/>
                </a:lnTo>
                <a:lnTo>
                  <a:pt x="1024902" y="3704259"/>
                </a:lnTo>
                <a:lnTo>
                  <a:pt x="3139452" y="3704259"/>
                </a:lnTo>
                <a:lnTo>
                  <a:pt x="3187458" y="3701885"/>
                </a:lnTo>
                <a:lnTo>
                  <a:pt x="3234664" y="3694849"/>
                </a:lnTo>
                <a:lnTo>
                  <a:pt x="3280727" y="3683266"/>
                </a:lnTo>
                <a:lnTo>
                  <a:pt x="3325342" y="3667290"/>
                </a:lnTo>
                <a:lnTo>
                  <a:pt x="3368192" y="3647033"/>
                </a:lnTo>
                <a:lnTo>
                  <a:pt x="3408959" y="3622649"/>
                </a:lnTo>
                <a:lnTo>
                  <a:pt x="3447313" y="3594252"/>
                </a:lnTo>
                <a:lnTo>
                  <a:pt x="3482949" y="3561981"/>
                </a:lnTo>
                <a:lnTo>
                  <a:pt x="3515220" y="3526358"/>
                </a:lnTo>
                <a:lnTo>
                  <a:pt x="3543604" y="3487991"/>
                </a:lnTo>
                <a:lnTo>
                  <a:pt x="3568001" y="3447237"/>
                </a:lnTo>
                <a:lnTo>
                  <a:pt x="3588245" y="3404387"/>
                </a:lnTo>
                <a:lnTo>
                  <a:pt x="3604222" y="3359772"/>
                </a:lnTo>
                <a:lnTo>
                  <a:pt x="3615804" y="3313696"/>
                </a:lnTo>
                <a:lnTo>
                  <a:pt x="3622852" y="3266503"/>
                </a:lnTo>
                <a:lnTo>
                  <a:pt x="3625227" y="3218484"/>
                </a:lnTo>
                <a:lnTo>
                  <a:pt x="3625227" y="3114738"/>
                </a:lnTo>
                <a:close/>
              </a:path>
              <a:path w="4163059" h="5134609">
                <a:moveTo>
                  <a:pt x="3644138" y="1889353"/>
                </a:moveTo>
                <a:lnTo>
                  <a:pt x="3641763" y="1841347"/>
                </a:lnTo>
                <a:lnTo>
                  <a:pt x="3634714" y="1794141"/>
                </a:lnTo>
                <a:lnTo>
                  <a:pt x="3623132" y="1748078"/>
                </a:lnTo>
                <a:lnTo>
                  <a:pt x="3607155" y="1703451"/>
                </a:lnTo>
                <a:lnTo>
                  <a:pt x="3586911" y="1660613"/>
                </a:lnTo>
                <a:lnTo>
                  <a:pt x="3562515" y="1619846"/>
                </a:lnTo>
                <a:lnTo>
                  <a:pt x="3534118" y="1581492"/>
                </a:lnTo>
                <a:lnTo>
                  <a:pt x="3501860" y="1545856"/>
                </a:lnTo>
                <a:lnTo>
                  <a:pt x="3466223" y="1513586"/>
                </a:lnTo>
                <a:lnTo>
                  <a:pt x="3427869" y="1485201"/>
                </a:lnTo>
                <a:lnTo>
                  <a:pt x="3387102" y="1460804"/>
                </a:lnTo>
                <a:lnTo>
                  <a:pt x="3344253" y="1440561"/>
                </a:lnTo>
                <a:lnTo>
                  <a:pt x="3299637" y="1424571"/>
                </a:lnTo>
                <a:lnTo>
                  <a:pt x="3253575" y="1413002"/>
                </a:lnTo>
                <a:lnTo>
                  <a:pt x="3206369" y="1405953"/>
                </a:lnTo>
                <a:lnTo>
                  <a:pt x="3158363" y="1403578"/>
                </a:lnTo>
                <a:lnTo>
                  <a:pt x="1043813" y="1403578"/>
                </a:lnTo>
                <a:lnTo>
                  <a:pt x="995794" y="1405953"/>
                </a:lnTo>
                <a:lnTo>
                  <a:pt x="948601" y="1413002"/>
                </a:lnTo>
                <a:lnTo>
                  <a:pt x="902525" y="1424571"/>
                </a:lnTo>
                <a:lnTo>
                  <a:pt x="857910" y="1440561"/>
                </a:lnTo>
                <a:lnTo>
                  <a:pt x="815060" y="1460804"/>
                </a:lnTo>
                <a:lnTo>
                  <a:pt x="774306" y="1485201"/>
                </a:lnTo>
                <a:lnTo>
                  <a:pt x="735952" y="1513586"/>
                </a:lnTo>
                <a:lnTo>
                  <a:pt x="700316" y="1545856"/>
                </a:lnTo>
                <a:lnTo>
                  <a:pt x="668045" y="1581492"/>
                </a:lnTo>
                <a:lnTo>
                  <a:pt x="639648" y="1619846"/>
                </a:lnTo>
                <a:lnTo>
                  <a:pt x="615264" y="1660613"/>
                </a:lnTo>
                <a:lnTo>
                  <a:pt x="595007" y="1703451"/>
                </a:lnTo>
                <a:lnTo>
                  <a:pt x="579031" y="1748078"/>
                </a:lnTo>
                <a:lnTo>
                  <a:pt x="567461" y="1794141"/>
                </a:lnTo>
                <a:lnTo>
                  <a:pt x="560412" y="1841347"/>
                </a:lnTo>
                <a:lnTo>
                  <a:pt x="558038" y="1889353"/>
                </a:lnTo>
                <a:lnTo>
                  <a:pt x="558038" y="1993099"/>
                </a:lnTo>
                <a:lnTo>
                  <a:pt x="560412" y="2041118"/>
                </a:lnTo>
                <a:lnTo>
                  <a:pt x="567461" y="2088311"/>
                </a:lnTo>
                <a:lnTo>
                  <a:pt x="579031" y="2134387"/>
                </a:lnTo>
                <a:lnTo>
                  <a:pt x="595007" y="2179002"/>
                </a:lnTo>
                <a:lnTo>
                  <a:pt x="615264" y="2221852"/>
                </a:lnTo>
                <a:lnTo>
                  <a:pt x="639648" y="2262606"/>
                </a:lnTo>
                <a:lnTo>
                  <a:pt x="668045" y="2300973"/>
                </a:lnTo>
                <a:lnTo>
                  <a:pt x="700316" y="2336596"/>
                </a:lnTo>
                <a:lnTo>
                  <a:pt x="735952" y="2368867"/>
                </a:lnTo>
                <a:lnTo>
                  <a:pt x="774306" y="2397264"/>
                </a:lnTo>
                <a:lnTo>
                  <a:pt x="815060" y="2421648"/>
                </a:lnTo>
                <a:lnTo>
                  <a:pt x="857910" y="2441905"/>
                </a:lnTo>
                <a:lnTo>
                  <a:pt x="902525" y="2457881"/>
                </a:lnTo>
                <a:lnTo>
                  <a:pt x="948601" y="2469464"/>
                </a:lnTo>
                <a:lnTo>
                  <a:pt x="995794" y="2476500"/>
                </a:lnTo>
                <a:lnTo>
                  <a:pt x="1043800" y="2478875"/>
                </a:lnTo>
                <a:lnTo>
                  <a:pt x="3158363" y="2478875"/>
                </a:lnTo>
                <a:lnTo>
                  <a:pt x="3206369" y="2476500"/>
                </a:lnTo>
                <a:lnTo>
                  <a:pt x="3253575" y="2469464"/>
                </a:lnTo>
                <a:lnTo>
                  <a:pt x="3299637" y="2457881"/>
                </a:lnTo>
                <a:lnTo>
                  <a:pt x="3344253" y="2441905"/>
                </a:lnTo>
                <a:lnTo>
                  <a:pt x="3387102" y="2421648"/>
                </a:lnTo>
                <a:lnTo>
                  <a:pt x="3427869" y="2397264"/>
                </a:lnTo>
                <a:lnTo>
                  <a:pt x="3466223" y="2368867"/>
                </a:lnTo>
                <a:lnTo>
                  <a:pt x="3501860" y="2336596"/>
                </a:lnTo>
                <a:lnTo>
                  <a:pt x="3534118" y="2300973"/>
                </a:lnTo>
                <a:lnTo>
                  <a:pt x="3562515" y="2262606"/>
                </a:lnTo>
                <a:lnTo>
                  <a:pt x="3586911" y="2221852"/>
                </a:lnTo>
                <a:lnTo>
                  <a:pt x="3607155" y="2179002"/>
                </a:lnTo>
                <a:lnTo>
                  <a:pt x="3623132" y="2134387"/>
                </a:lnTo>
                <a:lnTo>
                  <a:pt x="3634714" y="2088311"/>
                </a:lnTo>
                <a:lnTo>
                  <a:pt x="3641763" y="2041118"/>
                </a:lnTo>
                <a:lnTo>
                  <a:pt x="3644138" y="1993099"/>
                </a:lnTo>
                <a:lnTo>
                  <a:pt x="3644138" y="1889353"/>
                </a:lnTo>
                <a:close/>
              </a:path>
              <a:path w="4163059" h="5134609">
                <a:moveTo>
                  <a:pt x="3800081" y="4524172"/>
                </a:moveTo>
                <a:lnTo>
                  <a:pt x="2082177" y="3913809"/>
                </a:lnTo>
                <a:lnTo>
                  <a:pt x="364274" y="4524172"/>
                </a:lnTo>
                <a:lnTo>
                  <a:pt x="2082177" y="5134534"/>
                </a:lnTo>
                <a:lnTo>
                  <a:pt x="3800081" y="4524172"/>
                </a:lnTo>
                <a:close/>
              </a:path>
              <a:path w="4163059" h="5134609">
                <a:moveTo>
                  <a:pt x="4162818" y="609904"/>
                </a:moveTo>
                <a:lnTo>
                  <a:pt x="2082177" y="0"/>
                </a:lnTo>
                <a:lnTo>
                  <a:pt x="0" y="610349"/>
                </a:lnTo>
                <a:lnTo>
                  <a:pt x="2082177" y="1220711"/>
                </a:lnTo>
                <a:lnTo>
                  <a:pt x="4162818" y="610806"/>
                </a:lnTo>
                <a:lnTo>
                  <a:pt x="4162818" y="609904"/>
                </a:lnTo>
                <a:close/>
              </a:path>
            </a:pathLst>
          </a:custGeom>
          <a:solidFill>
            <a:srgbClr val="F995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04545" y="6622594"/>
            <a:ext cx="15671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65" dirty="0">
                <a:solidFill>
                  <a:srgbClr val="FFFFFF"/>
                </a:solidFill>
                <a:latin typeface="Verdana"/>
                <a:cs typeface="Verdana"/>
              </a:rPr>
              <a:t>Field</a:t>
            </a:r>
            <a:r>
              <a:rPr sz="2200" b="1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40" dirty="0">
                <a:solidFill>
                  <a:srgbClr val="FFFFFF"/>
                </a:solidFill>
                <a:latin typeface="Verdana"/>
                <a:cs typeface="Verdana"/>
              </a:rPr>
              <a:t>test</a:t>
            </a:r>
            <a:endParaRPr sz="22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19881" y="534513"/>
            <a:ext cx="5966460" cy="9752965"/>
            <a:chOff x="4919881" y="534513"/>
            <a:chExt cx="5966460" cy="9752965"/>
          </a:xfrm>
        </p:grpSpPr>
        <p:sp>
          <p:nvSpPr>
            <p:cNvPr id="9" name="object 9"/>
            <p:cNvSpPr/>
            <p:nvPr/>
          </p:nvSpPr>
          <p:spPr>
            <a:xfrm>
              <a:off x="6288066" y="3543176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355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30916" y="3571332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50179" y="610713"/>
              <a:ext cx="2312670" cy="3666490"/>
            </a:xfrm>
            <a:custGeom>
              <a:avLst/>
              <a:gdLst/>
              <a:ahLst/>
              <a:cxnLst/>
              <a:rect l="l" t="t" r="r" b="b"/>
              <a:pathLst>
                <a:path w="2312670" h="3666490">
                  <a:moveTo>
                    <a:pt x="0" y="0"/>
                  </a:moveTo>
                  <a:lnTo>
                    <a:pt x="2083931" y="0"/>
                  </a:lnTo>
                  <a:lnTo>
                    <a:pt x="2130002" y="4644"/>
                  </a:lnTo>
                  <a:lnTo>
                    <a:pt x="2172912" y="17964"/>
                  </a:lnTo>
                  <a:lnTo>
                    <a:pt x="2211743" y="39041"/>
                  </a:lnTo>
                  <a:lnTo>
                    <a:pt x="2245575" y="66955"/>
                  </a:lnTo>
                  <a:lnTo>
                    <a:pt x="2273489" y="100787"/>
                  </a:lnTo>
                  <a:lnTo>
                    <a:pt x="2294566" y="139618"/>
                  </a:lnTo>
                  <a:lnTo>
                    <a:pt x="2307886" y="182529"/>
                  </a:lnTo>
                  <a:lnTo>
                    <a:pt x="2312531" y="228599"/>
                  </a:lnTo>
                  <a:lnTo>
                    <a:pt x="2312531" y="3437611"/>
                  </a:lnTo>
                  <a:lnTo>
                    <a:pt x="2307886" y="3483682"/>
                  </a:lnTo>
                  <a:lnTo>
                    <a:pt x="2294566" y="3526593"/>
                  </a:lnTo>
                  <a:lnTo>
                    <a:pt x="2273489" y="3565424"/>
                  </a:lnTo>
                  <a:lnTo>
                    <a:pt x="2245575" y="3599256"/>
                  </a:lnTo>
                  <a:lnTo>
                    <a:pt x="2211743" y="3627170"/>
                  </a:lnTo>
                  <a:lnTo>
                    <a:pt x="2172912" y="3648247"/>
                  </a:lnTo>
                  <a:lnTo>
                    <a:pt x="2130002" y="3661567"/>
                  </a:lnTo>
                  <a:lnTo>
                    <a:pt x="2083931" y="3666211"/>
                  </a:lnTo>
                  <a:lnTo>
                    <a:pt x="662952" y="3666211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50179" y="553563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199" y="0"/>
                  </a:moveTo>
                  <a:lnTo>
                    <a:pt x="0" y="57149"/>
                  </a:lnTo>
                  <a:lnTo>
                    <a:pt x="76199" y="114299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70257" y="4200725"/>
              <a:ext cx="152399" cy="1523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850179" y="610713"/>
              <a:ext cx="3016885" cy="7580630"/>
            </a:xfrm>
            <a:custGeom>
              <a:avLst/>
              <a:gdLst/>
              <a:ahLst/>
              <a:cxnLst/>
              <a:rect l="l" t="t" r="r" b="b"/>
              <a:pathLst>
                <a:path w="3016884" h="7580630">
                  <a:moveTo>
                    <a:pt x="0" y="0"/>
                  </a:moveTo>
                  <a:lnTo>
                    <a:pt x="2788168" y="0"/>
                  </a:lnTo>
                  <a:lnTo>
                    <a:pt x="2834239" y="4644"/>
                  </a:lnTo>
                  <a:lnTo>
                    <a:pt x="2877150" y="17964"/>
                  </a:lnTo>
                  <a:lnTo>
                    <a:pt x="2915981" y="39041"/>
                  </a:lnTo>
                  <a:lnTo>
                    <a:pt x="2949813" y="66955"/>
                  </a:lnTo>
                  <a:lnTo>
                    <a:pt x="2977727" y="100787"/>
                  </a:lnTo>
                  <a:lnTo>
                    <a:pt x="2998804" y="139618"/>
                  </a:lnTo>
                  <a:lnTo>
                    <a:pt x="3012124" y="182529"/>
                  </a:lnTo>
                  <a:lnTo>
                    <a:pt x="3016768" y="228599"/>
                  </a:lnTo>
                  <a:lnTo>
                    <a:pt x="3016768" y="7351428"/>
                  </a:lnTo>
                  <a:lnTo>
                    <a:pt x="3012124" y="7397499"/>
                  </a:lnTo>
                  <a:lnTo>
                    <a:pt x="2998804" y="7440409"/>
                  </a:lnTo>
                  <a:lnTo>
                    <a:pt x="2977727" y="7479240"/>
                  </a:lnTo>
                  <a:lnTo>
                    <a:pt x="2949813" y="7513073"/>
                  </a:lnTo>
                  <a:lnTo>
                    <a:pt x="2915981" y="7540987"/>
                  </a:lnTo>
                  <a:lnTo>
                    <a:pt x="2877150" y="7562064"/>
                  </a:lnTo>
                  <a:lnTo>
                    <a:pt x="2834239" y="7575384"/>
                  </a:lnTo>
                  <a:lnTo>
                    <a:pt x="2788168" y="7580028"/>
                  </a:lnTo>
                  <a:lnTo>
                    <a:pt x="298677" y="7580028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50179" y="553563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199" y="0"/>
                  </a:moveTo>
                  <a:lnTo>
                    <a:pt x="0" y="57149"/>
                  </a:lnTo>
                  <a:lnTo>
                    <a:pt x="76199" y="114299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5981" y="8114542"/>
              <a:ext cx="152399" cy="152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02488" y="4883088"/>
              <a:ext cx="4445" cy="168275"/>
            </a:xfrm>
            <a:custGeom>
              <a:avLst/>
              <a:gdLst/>
              <a:ahLst/>
              <a:cxnLst/>
              <a:rect l="l" t="t" r="r" b="b"/>
              <a:pathLst>
                <a:path w="4445" h="168275">
                  <a:moveTo>
                    <a:pt x="0" y="0"/>
                  </a:moveTo>
                  <a:lnTo>
                    <a:pt x="4006" y="168059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47545" y="4973607"/>
              <a:ext cx="114300" cy="78105"/>
            </a:xfrm>
            <a:custGeom>
              <a:avLst/>
              <a:gdLst/>
              <a:ahLst/>
              <a:cxnLst/>
              <a:rect l="l" t="t" r="r" b="b"/>
              <a:pathLst>
                <a:path w="114300" h="78104">
                  <a:moveTo>
                    <a:pt x="114267" y="0"/>
                  </a:moveTo>
                  <a:lnTo>
                    <a:pt x="58949" y="77540"/>
                  </a:lnTo>
                  <a:lnTo>
                    <a:pt x="0" y="2723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6626" y="6145493"/>
              <a:ext cx="2540" cy="131445"/>
            </a:xfrm>
            <a:custGeom>
              <a:avLst/>
              <a:gdLst/>
              <a:ahLst/>
              <a:cxnLst/>
              <a:rect l="l" t="t" r="r" b="b"/>
              <a:pathLst>
                <a:path w="2539" h="131445">
                  <a:moveTo>
                    <a:pt x="1011" y="-19049"/>
                  </a:moveTo>
                  <a:lnTo>
                    <a:pt x="1011" y="150088"/>
                  </a:lnTo>
                </a:path>
              </a:pathLst>
            </a:custGeom>
            <a:ln w="40122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0658" y="6199459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86" y="1763"/>
                  </a:moveTo>
                  <a:lnTo>
                    <a:pt x="55967" y="77072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8079" y="7370836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30929" y="7485136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19881" y="9020175"/>
              <a:ext cx="3086100" cy="1266825"/>
            </a:xfrm>
            <a:custGeom>
              <a:avLst/>
              <a:gdLst/>
              <a:ahLst/>
              <a:cxnLst/>
              <a:rect l="l" t="t" r="r" b="b"/>
              <a:pathLst>
                <a:path w="3086100" h="1266825">
                  <a:moveTo>
                    <a:pt x="2725884" y="1266824"/>
                  </a:moveTo>
                  <a:lnTo>
                    <a:pt x="360215" y="1266824"/>
                  </a:lnTo>
                  <a:lnTo>
                    <a:pt x="333706" y="1250763"/>
                  </a:lnTo>
                  <a:lnTo>
                    <a:pt x="297719" y="1227177"/>
                  </a:lnTo>
                  <a:lnTo>
                    <a:pt x="263528" y="1202891"/>
                  </a:lnTo>
                  <a:lnTo>
                    <a:pt x="231184" y="1177931"/>
                  </a:lnTo>
                  <a:lnTo>
                    <a:pt x="200735" y="1152320"/>
                  </a:lnTo>
                  <a:lnTo>
                    <a:pt x="172232" y="1126085"/>
                  </a:lnTo>
                  <a:lnTo>
                    <a:pt x="121260" y="1071837"/>
                  </a:lnTo>
                  <a:lnTo>
                    <a:pt x="78665" y="1015386"/>
                  </a:lnTo>
                  <a:lnTo>
                    <a:pt x="44845" y="956931"/>
                  </a:lnTo>
                  <a:lnTo>
                    <a:pt x="20195" y="896670"/>
                  </a:lnTo>
                  <a:lnTo>
                    <a:pt x="5115" y="834802"/>
                  </a:lnTo>
                  <a:lnTo>
                    <a:pt x="0" y="771524"/>
                  </a:lnTo>
                  <a:lnTo>
                    <a:pt x="1287" y="739722"/>
                  </a:lnTo>
                  <a:lnTo>
                    <a:pt x="11434" y="677125"/>
                  </a:lnTo>
                  <a:lnTo>
                    <a:pt x="31349" y="616035"/>
                  </a:lnTo>
                  <a:lnTo>
                    <a:pt x="60633" y="556652"/>
                  </a:lnTo>
                  <a:lnTo>
                    <a:pt x="98891" y="499175"/>
                  </a:lnTo>
                  <a:lnTo>
                    <a:pt x="145724" y="443800"/>
                  </a:lnTo>
                  <a:lnTo>
                    <a:pt x="200735" y="390729"/>
                  </a:lnTo>
                  <a:lnTo>
                    <a:pt x="231184" y="365118"/>
                  </a:lnTo>
                  <a:lnTo>
                    <a:pt x="263528" y="340157"/>
                  </a:lnTo>
                  <a:lnTo>
                    <a:pt x="297719" y="315872"/>
                  </a:lnTo>
                  <a:lnTo>
                    <a:pt x="333706" y="292286"/>
                  </a:lnTo>
                  <a:lnTo>
                    <a:pt x="371439" y="269424"/>
                  </a:lnTo>
                  <a:lnTo>
                    <a:pt x="410870" y="247312"/>
                  </a:lnTo>
                  <a:lnTo>
                    <a:pt x="451948" y="225974"/>
                  </a:lnTo>
                  <a:lnTo>
                    <a:pt x="494625" y="205435"/>
                  </a:lnTo>
                  <a:lnTo>
                    <a:pt x="538849" y="185719"/>
                  </a:lnTo>
                  <a:lnTo>
                    <a:pt x="584572" y="166852"/>
                  </a:lnTo>
                  <a:lnTo>
                    <a:pt x="631744" y="148859"/>
                  </a:lnTo>
                  <a:lnTo>
                    <a:pt x="680316" y="131764"/>
                  </a:lnTo>
                  <a:lnTo>
                    <a:pt x="730237" y="115592"/>
                  </a:lnTo>
                  <a:lnTo>
                    <a:pt x="781458" y="100367"/>
                  </a:lnTo>
                  <a:lnTo>
                    <a:pt x="833929" y="86116"/>
                  </a:lnTo>
                  <a:lnTo>
                    <a:pt x="887601" y="72862"/>
                  </a:lnTo>
                  <a:lnTo>
                    <a:pt x="942425" y="60630"/>
                  </a:lnTo>
                  <a:lnTo>
                    <a:pt x="998350" y="49445"/>
                  </a:lnTo>
                  <a:lnTo>
                    <a:pt x="1055326" y="39332"/>
                  </a:lnTo>
                  <a:lnTo>
                    <a:pt x="1113305" y="30316"/>
                  </a:lnTo>
                  <a:lnTo>
                    <a:pt x="1172237" y="22422"/>
                  </a:lnTo>
                  <a:lnTo>
                    <a:pt x="1232071" y="15674"/>
                  </a:lnTo>
                  <a:lnTo>
                    <a:pt x="1292759" y="10097"/>
                  </a:lnTo>
                  <a:lnTo>
                    <a:pt x="1354250" y="5717"/>
                  </a:lnTo>
                  <a:lnTo>
                    <a:pt x="1416495" y="2557"/>
                  </a:lnTo>
                  <a:lnTo>
                    <a:pt x="1479445" y="643"/>
                  </a:lnTo>
                  <a:lnTo>
                    <a:pt x="1543049" y="0"/>
                  </a:lnTo>
                  <a:lnTo>
                    <a:pt x="1606654" y="643"/>
                  </a:lnTo>
                  <a:lnTo>
                    <a:pt x="1669603" y="2557"/>
                  </a:lnTo>
                  <a:lnTo>
                    <a:pt x="1731849" y="5717"/>
                  </a:lnTo>
                  <a:lnTo>
                    <a:pt x="1793340" y="10097"/>
                  </a:lnTo>
                  <a:lnTo>
                    <a:pt x="1854028" y="15674"/>
                  </a:lnTo>
                  <a:lnTo>
                    <a:pt x="1913862" y="22422"/>
                  </a:lnTo>
                  <a:lnTo>
                    <a:pt x="1972793" y="30316"/>
                  </a:lnTo>
                  <a:lnTo>
                    <a:pt x="2030772" y="39332"/>
                  </a:lnTo>
                  <a:lnTo>
                    <a:pt x="2087749" y="49445"/>
                  </a:lnTo>
                  <a:lnTo>
                    <a:pt x="2143674" y="60630"/>
                  </a:lnTo>
                  <a:lnTo>
                    <a:pt x="2198497" y="72862"/>
                  </a:lnTo>
                  <a:lnTo>
                    <a:pt x="2252169" y="86116"/>
                  </a:lnTo>
                  <a:lnTo>
                    <a:pt x="2304641" y="100367"/>
                  </a:lnTo>
                  <a:lnTo>
                    <a:pt x="2355862" y="115592"/>
                  </a:lnTo>
                  <a:lnTo>
                    <a:pt x="2405783" y="131764"/>
                  </a:lnTo>
                  <a:lnTo>
                    <a:pt x="2454354" y="148859"/>
                  </a:lnTo>
                  <a:lnTo>
                    <a:pt x="2501526" y="166852"/>
                  </a:lnTo>
                  <a:lnTo>
                    <a:pt x="2547250" y="185719"/>
                  </a:lnTo>
                  <a:lnTo>
                    <a:pt x="2591474" y="205435"/>
                  </a:lnTo>
                  <a:lnTo>
                    <a:pt x="2634150" y="225974"/>
                  </a:lnTo>
                  <a:lnTo>
                    <a:pt x="2675229" y="247312"/>
                  </a:lnTo>
                  <a:lnTo>
                    <a:pt x="2714659" y="269424"/>
                  </a:lnTo>
                  <a:lnTo>
                    <a:pt x="2752393" y="292286"/>
                  </a:lnTo>
                  <a:lnTo>
                    <a:pt x="2788380" y="315872"/>
                  </a:lnTo>
                  <a:lnTo>
                    <a:pt x="2822570" y="340157"/>
                  </a:lnTo>
                  <a:lnTo>
                    <a:pt x="2854915" y="365118"/>
                  </a:lnTo>
                  <a:lnTo>
                    <a:pt x="2885363" y="390729"/>
                  </a:lnTo>
                  <a:lnTo>
                    <a:pt x="2913867" y="416964"/>
                  </a:lnTo>
                  <a:lnTo>
                    <a:pt x="2964839" y="471212"/>
                  </a:lnTo>
                  <a:lnTo>
                    <a:pt x="3007433" y="527663"/>
                  </a:lnTo>
                  <a:lnTo>
                    <a:pt x="3041254" y="586118"/>
                  </a:lnTo>
                  <a:lnTo>
                    <a:pt x="3065903" y="646379"/>
                  </a:lnTo>
                  <a:lnTo>
                    <a:pt x="3080984" y="708247"/>
                  </a:lnTo>
                  <a:lnTo>
                    <a:pt x="3086099" y="771526"/>
                  </a:lnTo>
                  <a:lnTo>
                    <a:pt x="3084812" y="803327"/>
                  </a:lnTo>
                  <a:lnTo>
                    <a:pt x="3074664" y="865924"/>
                  </a:lnTo>
                  <a:lnTo>
                    <a:pt x="3054750" y="927014"/>
                  </a:lnTo>
                  <a:lnTo>
                    <a:pt x="3025465" y="986397"/>
                  </a:lnTo>
                  <a:lnTo>
                    <a:pt x="2987208" y="1043874"/>
                  </a:lnTo>
                  <a:lnTo>
                    <a:pt x="2940375" y="1099249"/>
                  </a:lnTo>
                  <a:lnTo>
                    <a:pt x="2885363" y="1152320"/>
                  </a:lnTo>
                  <a:lnTo>
                    <a:pt x="2854915" y="1177931"/>
                  </a:lnTo>
                  <a:lnTo>
                    <a:pt x="2822570" y="1202891"/>
                  </a:lnTo>
                  <a:lnTo>
                    <a:pt x="2788380" y="1227177"/>
                  </a:lnTo>
                  <a:lnTo>
                    <a:pt x="2752393" y="1250763"/>
                  </a:lnTo>
                  <a:lnTo>
                    <a:pt x="2725884" y="1266824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8068" y="8801120"/>
              <a:ext cx="163195" cy="204470"/>
            </a:xfrm>
            <a:custGeom>
              <a:avLst/>
              <a:gdLst/>
              <a:ahLst/>
              <a:cxnLst/>
              <a:rect l="l" t="t" r="r" b="b"/>
              <a:pathLst>
                <a:path w="163195" h="204470">
                  <a:moveTo>
                    <a:pt x="0" y="0"/>
                  </a:moveTo>
                  <a:lnTo>
                    <a:pt x="162968" y="204185"/>
                  </a:lnTo>
                </a:path>
              </a:pathLst>
            </a:custGeom>
            <a:ln w="38100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58836" y="8910100"/>
              <a:ext cx="92710" cy="95250"/>
            </a:xfrm>
            <a:custGeom>
              <a:avLst/>
              <a:gdLst/>
              <a:ahLst/>
              <a:cxnLst/>
              <a:rect l="l" t="t" r="r" b="b"/>
              <a:pathLst>
                <a:path w="92710" h="95250">
                  <a:moveTo>
                    <a:pt x="89334" y="0"/>
                  </a:moveTo>
                  <a:lnTo>
                    <a:pt x="92201" y="95206"/>
                  </a:lnTo>
                  <a:lnTo>
                    <a:pt x="0" y="71301"/>
                  </a:lnTo>
                </a:path>
              </a:pathLst>
            </a:custGeom>
            <a:ln w="38100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88069" y="1235800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h="187959">
                  <a:moveTo>
                    <a:pt x="0" y="0"/>
                  </a:moveTo>
                  <a:lnTo>
                    <a:pt x="0" y="187842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30919" y="1347442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88079" y="2459696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3349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30929" y="2516846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199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9D37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927810" y="4514315"/>
            <a:ext cx="4540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65" dirty="0">
                <a:latin typeface="Verdana"/>
                <a:cs typeface="Verdana"/>
              </a:rPr>
              <a:t>N</a:t>
            </a:r>
            <a:r>
              <a:rPr sz="2200" b="1" spc="-70" dirty="0">
                <a:latin typeface="Verdana"/>
                <a:cs typeface="Verdana"/>
              </a:rPr>
              <a:t>o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386228" y="221871"/>
            <a:ext cx="40043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90" dirty="0">
                <a:solidFill>
                  <a:srgbClr val="000000"/>
                </a:solidFill>
                <a:latin typeface="Verdana"/>
                <a:cs typeface="Verdana"/>
              </a:rPr>
              <a:t>Flow</a:t>
            </a:r>
            <a:r>
              <a:rPr sz="4500" b="1" spc="3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500" b="1" spc="100" dirty="0">
                <a:solidFill>
                  <a:srgbClr val="000000"/>
                </a:solidFill>
                <a:latin typeface="Verdana"/>
                <a:cs typeface="Verdana"/>
              </a:rPr>
              <a:t>Charts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15840" y="7840767"/>
            <a:ext cx="2144395" cy="210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45"/>
              </a:lnSpc>
              <a:spcBef>
                <a:spcPts val="100"/>
              </a:spcBef>
            </a:pPr>
            <a:r>
              <a:rPr sz="2200" b="1" spc="70" dirty="0">
                <a:solidFill>
                  <a:srgbClr val="FFFFFF"/>
                </a:solidFill>
                <a:latin typeface="Verdana"/>
                <a:cs typeface="Verdana"/>
              </a:rPr>
              <a:t>Meet</a:t>
            </a:r>
            <a:endParaRPr sz="2200">
              <a:latin typeface="Verdana"/>
              <a:cs typeface="Verdana"/>
            </a:endParaRPr>
          </a:p>
          <a:p>
            <a:pPr algn="ctr">
              <a:lnSpc>
                <a:spcPts val="2445"/>
              </a:lnSpc>
            </a:pPr>
            <a:r>
              <a:rPr sz="2200" b="1" spc="65" dirty="0">
                <a:solidFill>
                  <a:srgbClr val="FFFFFF"/>
                </a:solidFill>
                <a:latin typeface="Verdana"/>
                <a:cs typeface="Verdana"/>
              </a:rPr>
              <a:t>expectations</a:t>
            </a:r>
            <a:endParaRPr sz="2200">
              <a:latin typeface="Verdana"/>
              <a:cs typeface="Verdana"/>
            </a:endParaRPr>
          </a:p>
          <a:p>
            <a:pPr marL="1367155">
              <a:lnSpc>
                <a:spcPct val="100000"/>
              </a:lnSpc>
              <a:spcBef>
                <a:spcPts val="1460"/>
              </a:spcBef>
            </a:pPr>
            <a:r>
              <a:rPr sz="2200" b="1" spc="-15" dirty="0">
                <a:latin typeface="Verdana"/>
                <a:cs typeface="Verdana"/>
              </a:rPr>
              <a:t>Yes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00">
              <a:latin typeface="Verdana"/>
              <a:cs typeface="Verdana"/>
            </a:endParaRPr>
          </a:p>
          <a:p>
            <a:pPr marL="939800">
              <a:lnSpc>
                <a:spcPct val="100000"/>
              </a:lnSpc>
            </a:pPr>
            <a:r>
              <a:rPr sz="2200" b="1" spc="70" dirty="0">
                <a:solidFill>
                  <a:srgbClr val="FFFFFF"/>
                </a:solidFill>
                <a:latin typeface="Verdana"/>
                <a:cs typeface="Verdana"/>
              </a:rPr>
              <a:t>End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15895" y="3926950"/>
            <a:ext cx="2219960" cy="1974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7310" algn="ctr">
              <a:lnSpc>
                <a:spcPts val="2445"/>
              </a:lnSpc>
              <a:spcBef>
                <a:spcPts val="100"/>
              </a:spcBef>
            </a:pPr>
            <a:r>
              <a:rPr sz="2200" b="1" spc="70" dirty="0">
                <a:solidFill>
                  <a:srgbClr val="FFFFFF"/>
                </a:solidFill>
                <a:latin typeface="Verdana"/>
                <a:cs typeface="Verdana"/>
              </a:rPr>
              <a:t>Meet</a:t>
            </a:r>
            <a:endParaRPr sz="2200">
              <a:latin typeface="Verdana"/>
              <a:cs typeface="Verdana"/>
            </a:endParaRPr>
          </a:p>
          <a:p>
            <a:pPr marR="67310" algn="ctr">
              <a:lnSpc>
                <a:spcPts val="2445"/>
              </a:lnSpc>
            </a:pPr>
            <a:r>
              <a:rPr sz="2200" b="1" spc="65" dirty="0">
                <a:solidFill>
                  <a:srgbClr val="FFFFFF"/>
                </a:solidFill>
                <a:latin typeface="Verdana"/>
                <a:cs typeface="Verdana"/>
              </a:rPr>
              <a:t>expectations</a:t>
            </a:r>
            <a:endParaRPr sz="22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2200" b="1" spc="-15" dirty="0">
                <a:latin typeface="Verdana"/>
                <a:cs typeface="Verdana"/>
              </a:rPr>
              <a:t>Yes</a:t>
            </a:r>
            <a:endParaRPr sz="2200">
              <a:latin typeface="Verdana"/>
              <a:cs typeface="Verdana"/>
            </a:endParaRPr>
          </a:p>
          <a:p>
            <a:pPr marL="158115" marR="187960" indent="241300">
              <a:lnSpc>
                <a:spcPts val="2250"/>
              </a:lnSpc>
              <a:spcBef>
                <a:spcPts val="2275"/>
              </a:spcBef>
            </a:pPr>
            <a:r>
              <a:rPr sz="2200" b="1" spc="75" dirty="0">
                <a:solidFill>
                  <a:srgbClr val="FFFFFF"/>
                </a:solidFill>
                <a:latin typeface="Verdana"/>
                <a:cs typeface="Verdana"/>
              </a:rPr>
              <a:t>Antenna </a:t>
            </a:r>
            <a:r>
              <a:rPr sz="2200" b="1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00" b="1" spc="12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200" b="1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b="1" spc="13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2200" b="1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200" b="1" spc="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00" b="1" spc="16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200" b="1" spc="4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200" b="1" spc="10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200" b="1" spc="6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200" b="1" spc="8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00" b="1" spc="-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335" y="746102"/>
            <a:ext cx="715137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b="1" spc="-780" dirty="0">
                <a:latin typeface="Verdana"/>
                <a:cs typeface="Verdana"/>
              </a:rPr>
              <a:t>T</a:t>
            </a:r>
            <a:r>
              <a:rPr sz="8500" b="1" spc="85" dirty="0">
                <a:latin typeface="Verdana"/>
                <a:cs typeface="Verdana"/>
              </a:rPr>
              <a:t>a</a:t>
            </a:r>
            <a:r>
              <a:rPr sz="8500" b="1" spc="-305" dirty="0">
                <a:latin typeface="Verdana"/>
                <a:cs typeface="Verdana"/>
              </a:rPr>
              <a:t>s</a:t>
            </a:r>
            <a:r>
              <a:rPr sz="8500" b="1" spc="-455" dirty="0">
                <a:latin typeface="Verdana"/>
                <a:cs typeface="Verdana"/>
              </a:rPr>
              <a:t>k</a:t>
            </a:r>
            <a:r>
              <a:rPr sz="8500" b="1" spc="-300" dirty="0">
                <a:latin typeface="Verdana"/>
                <a:cs typeface="Verdana"/>
              </a:rPr>
              <a:t>s</a:t>
            </a:r>
            <a:r>
              <a:rPr sz="8500" b="1" spc="-1105" dirty="0">
                <a:latin typeface="Verdana"/>
                <a:cs typeface="Verdana"/>
              </a:rPr>
              <a:t> </a:t>
            </a:r>
            <a:r>
              <a:rPr sz="8500" b="1" spc="-340" dirty="0">
                <a:latin typeface="Verdana"/>
                <a:cs typeface="Verdana"/>
              </a:rPr>
              <a:t>A</a:t>
            </a:r>
            <a:r>
              <a:rPr sz="8500" b="1" spc="-335" dirty="0">
                <a:latin typeface="Verdana"/>
                <a:cs typeface="Verdana"/>
              </a:rPr>
              <a:t>h</a:t>
            </a:r>
            <a:r>
              <a:rPr sz="8500" b="1" spc="-415" dirty="0">
                <a:latin typeface="Verdana"/>
                <a:cs typeface="Verdana"/>
              </a:rPr>
              <a:t>e</a:t>
            </a:r>
            <a:r>
              <a:rPr sz="8500" b="1" spc="85" dirty="0">
                <a:latin typeface="Verdana"/>
                <a:cs typeface="Verdana"/>
              </a:rPr>
              <a:t>a</a:t>
            </a:r>
            <a:r>
              <a:rPr sz="8500" b="1" spc="-175" dirty="0">
                <a:latin typeface="Verdana"/>
                <a:cs typeface="Verdana"/>
              </a:rPr>
              <a:t>d</a:t>
            </a:r>
            <a:endParaRPr sz="85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648" y="5181882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20614" y="4915246"/>
            <a:ext cx="10530840" cy="209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30"/>
              </a:lnSpc>
              <a:spcBef>
                <a:spcPts val="100"/>
              </a:spcBef>
            </a:pPr>
            <a:r>
              <a:rPr sz="3800" b="1" spc="390" dirty="0">
                <a:solidFill>
                  <a:srgbClr val="464880"/>
                </a:solidFill>
                <a:latin typeface="Tahoma"/>
                <a:cs typeface="Tahoma"/>
              </a:rPr>
              <a:t>Antenna</a:t>
            </a:r>
            <a:r>
              <a:rPr sz="3800" b="1" spc="470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50" dirty="0">
                <a:solidFill>
                  <a:srgbClr val="464880"/>
                </a:solidFill>
                <a:latin typeface="Tahoma"/>
                <a:cs typeface="Tahoma"/>
              </a:rPr>
              <a:t>Fabrication</a:t>
            </a:r>
            <a:endParaRPr sz="3800">
              <a:latin typeface="Tahoma"/>
              <a:cs typeface="Tahoma"/>
            </a:endParaRPr>
          </a:p>
          <a:p>
            <a:pPr marL="12700" marR="5080">
              <a:lnSpc>
                <a:spcPts val="3900"/>
              </a:lnSpc>
              <a:spcBef>
                <a:spcPts val="350"/>
              </a:spcBef>
            </a:pPr>
            <a:r>
              <a:rPr sz="3800" b="1" spc="390" dirty="0">
                <a:solidFill>
                  <a:srgbClr val="464880"/>
                </a:solidFill>
                <a:latin typeface="Tahoma"/>
                <a:cs typeface="Tahoma"/>
              </a:rPr>
              <a:t>Antenna</a:t>
            </a:r>
            <a:r>
              <a:rPr sz="3800" b="1" spc="495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35" dirty="0">
                <a:solidFill>
                  <a:srgbClr val="464880"/>
                </a:solidFill>
                <a:latin typeface="Tahoma"/>
                <a:cs typeface="Tahoma"/>
              </a:rPr>
              <a:t>Testing-gain</a:t>
            </a:r>
            <a:r>
              <a:rPr sz="3800" b="1" spc="500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40" dirty="0">
                <a:solidFill>
                  <a:srgbClr val="464880"/>
                </a:solidFill>
                <a:latin typeface="Tahoma"/>
                <a:cs typeface="Tahoma"/>
              </a:rPr>
              <a:t>and</a:t>
            </a:r>
            <a:r>
              <a:rPr sz="3800" b="1" spc="500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20" dirty="0">
                <a:solidFill>
                  <a:srgbClr val="464880"/>
                </a:solidFill>
                <a:latin typeface="Tahoma"/>
                <a:cs typeface="Tahoma"/>
              </a:rPr>
              <a:t>directivity </a:t>
            </a:r>
            <a:r>
              <a:rPr sz="3800" b="1" spc="-1100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50" dirty="0">
                <a:solidFill>
                  <a:srgbClr val="464880"/>
                </a:solidFill>
                <a:latin typeface="Tahoma"/>
                <a:cs typeface="Tahoma"/>
              </a:rPr>
              <a:t>Range</a:t>
            </a:r>
            <a:r>
              <a:rPr sz="3800" b="1" spc="495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35" dirty="0">
                <a:solidFill>
                  <a:srgbClr val="464880"/>
                </a:solidFill>
                <a:latin typeface="Tahoma"/>
                <a:cs typeface="Tahoma"/>
              </a:rPr>
              <a:t>Testing</a:t>
            </a:r>
            <a:endParaRPr sz="3800">
              <a:latin typeface="Tahoma"/>
              <a:cs typeface="Tahoma"/>
            </a:endParaRPr>
          </a:p>
          <a:p>
            <a:pPr marL="12700">
              <a:lnSpc>
                <a:spcPts val="3879"/>
              </a:lnSpc>
            </a:pPr>
            <a:r>
              <a:rPr sz="3800" b="1" spc="350" dirty="0">
                <a:solidFill>
                  <a:srgbClr val="464880"/>
                </a:solidFill>
                <a:latin typeface="Tahoma"/>
                <a:cs typeface="Tahoma"/>
              </a:rPr>
              <a:t>Fabrication</a:t>
            </a:r>
            <a:r>
              <a:rPr sz="3800" b="1" spc="495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210" dirty="0">
                <a:solidFill>
                  <a:srgbClr val="464880"/>
                </a:solidFill>
                <a:latin typeface="Tahoma"/>
                <a:cs typeface="Tahoma"/>
              </a:rPr>
              <a:t>of</a:t>
            </a:r>
            <a:r>
              <a:rPr sz="3800" b="1" spc="495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15" dirty="0">
                <a:solidFill>
                  <a:srgbClr val="464880"/>
                </a:solidFill>
                <a:latin typeface="Tahoma"/>
                <a:cs typeface="Tahoma"/>
              </a:rPr>
              <a:t>sensor</a:t>
            </a:r>
            <a:r>
              <a:rPr sz="3800" b="1" spc="495" dirty="0">
                <a:solidFill>
                  <a:srgbClr val="464880"/>
                </a:solidFill>
                <a:latin typeface="Tahoma"/>
                <a:cs typeface="Tahoma"/>
              </a:rPr>
              <a:t> </a:t>
            </a:r>
            <a:r>
              <a:rPr sz="3800" b="1" spc="350" dirty="0">
                <a:solidFill>
                  <a:srgbClr val="464880"/>
                </a:solidFill>
                <a:latin typeface="Tahoma"/>
                <a:cs typeface="Tahoma"/>
              </a:rPr>
              <a:t>Network</a:t>
            </a:r>
            <a:endParaRPr sz="3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648" y="5677182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648" y="6172482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648" y="6667782"/>
            <a:ext cx="152400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93702" y="3093669"/>
            <a:ext cx="5501005" cy="3988435"/>
          </a:xfrm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900430" marR="5080" indent="-888365">
              <a:lnSpc>
                <a:spcPts val="14380"/>
              </a:lnSpc>
              <a:spcBef>
                <a:spcPts val="2620"/>
              </a:spcBef>
            </a:pPr>
            <a:r>
              <a:rPr sz="14000" spc="2075" dirty="0">
                <a:latin typeface="Tahoma"/>
                <a:cs typeface="Tahoma"/>
              </a:rPr>
              <a:t>T</a:t>
            </a:r>
            <a:r>
              <a:rPr sz="14000" spc="675" dirty="0">
                <a:latin typeface="Tahoma"/>
                <a:cs typeface="Tahoma"/>
              </a:rPr>
              <a:t>h</a:t>
            </a:r>
            <a:r>
              <a:rPr sz="14000" spc="1005" dirty="0">
                <a:latin typeface="Tahoma"/>
                <a:cs typeface="Tahoma"/>
              </a:rPr>
              <a:t>a</a:t>
            </a:r>
            <a:r>
              <a:rPr sz="14000" spc="690" dirty="0">
                <a:latin typeface="Tahoma"/>
                <a:cs typeface="Tahoma"/>
              </a:rPr>
              <a:t>n</a:t>
            </a:r>
            <a:r>
              <a:rPr sz="14000" spc="405" dirty="0">
                <a:latin typeface="Tahoma"/>
                <a:cs typeface="Tahoma"/>
              </a:rPr>
              <a:t>k  </a:t>
            </a:r>
            <a:r>
              <a:rPr sz="14000" spc="520" dirty="0">
                <a:latin typeface="Tahoma"/>
                <a:cs typeface="Tahoma"/>
              </a:rPr>
              <a:t>you!</a:t>
            </a:r>
            <a:endParaRPr sz="140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613" y="0"/>
              <a:ext cx="16881965" cy="20180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019658"/>
              <a:ext cx="18288000" cy="19050"/>
            </a:xfrm>
            <a:custGeom>
              <a:avLst/>
              <a:gdLst/>
              <a:ahLst/>
              <a:cxnLst/>
              <a:rect l="l" t="t" r="r" b="b"/>
              <a:pathLst>
                <a:path w="18288000" h="19050">
                  <a:moveTo>
                    <a:pt x="0" y="19049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19049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450" y="8259765"/>
              <a:ext cx="17039590" cy="2027555"/>
            </a:xfrm>
            <a:custGeom>
              <a:avLst/>
              <a:gdLst/>
              <a:ahLst/>
              <a:cxnLst/>
              <a:rect l="l" t="t" r="r" b="b"/>
              <a:pathLst>
                <a:path w="17039590" h="2027554">
                  <a:moveTo>
                    <a:pt x="17039034" y="2027234"/>
                  </a:moveTo>
                  <a:lnTo>
                    <a:pt x="0" y="2027234"/>
                  </a:lnTo>
                  <a:lnTo>
                    <a:pt x="0" y="0"/>
                  </a:lnTo>
                  <a:lnTo>
                    <a:pt x="17039034" y="0"/>
                  </a:lnTo>
                  <a:lnTo>
                    <a:pt x="17039034" y="2027234"/>
                  </a:lnTo>
                  <a:close/>
                </a:path>
              </a:pathLst>
            </a:custGeom>
            <a:solidFill>
              <a:srgbClr val="C2BE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4450" y="8259765"/>
              <a:ext cx="11096625" cy="2027555"/>
            </a:xfrm>
            <a:custGeom>
              <a:avLst/>
              <a:gdLst/>
              <a:ahLst/>
              <a:cxnLst/>
              <a:rect l="l" t="t" r="r" b="b"/>
              <a:pathLst>
                <a:path w="11096625" h="2027554">
                  <a:moveTo>
                    <a:pt x="11096092" y="2027234"/>
                  </a:moveTo>
                  <a:lnTo>
                    <a:pt x="3497844" y="2027234"/>
                  </a:lnTo>
                  <a:lnTo>
                    <a:pt x="3520269" y="2009302"/>
                  </a:lnTo>
                  <a:lnTo>
                    <a:pt x="3555186" y="1980341"/>
                  </a:lnTo>
                  <a:lnTo>
                    <a:pt x="3589560" y="1950778"/>
                  </a:lnTo>
                  <a:lnTo>
                    <a:pt x="3623382" y="1920624"/>
                  </a:lnTo>
                  <a:lnTo>
                    <a:pt x="3656645" y="1889886"/>
                  </a:lnTo>
                  <a:lnTo>
                    <a:pt x="3689341" y="1858573"/>
                  </a:lnTo>
                  <a:lnTo>
                    <a:pt x="3721464" y="1826695"/>
                  </a:lnTo>
                  <a:lnTo>
                    <a:pt x="3753006" y="1794261"/>
                  </a:lnTo>
                  <a:lnTo>
                    <a:pt x="3783958" y="1761279"/>
                  </a:lnTo>
                  <a:lnTo>
                    <a:pt x="3814315" y="1727758"/>
                  </a:lnTo>
                  <a:lnTo>
                    <a:pt x="3844068" y="1693707"/>
                  </a:lnTo>
                  <a:lnTo>
                    <a:pt x="3873211" y="1659136"/>
                  </a:lnTo>
                  <a:lnTo>
                    <a:pt x="3901735" y="1624053"/>
                  </a:lnTo>
                  <a:lnTo>
                    <a:pt x="3929633" y="1588467"/>
                  </a:lnTo>
                  <a:lnTo>
                    <a:pt x="3956899" y="1552387"/>
                  </a:lnTo>
                  <a:lnTo>
                    <a:pt x="3983524" y="1515822"/>
                  </a:lnTo>
                  <a:lnTo>
                    <a:pt x="4009501" y="1478781"/>
                  </a:lnTo>
                  <a:lnTo>
                    <a:pt x="4034822" y="1441273"/>
                  </a:lnTo>
                  <a:lnTo>
                    <a:pt x="4059481" y="1403306"/>
                  </a:lnTo>
                  <a:lnTo>
                    <a:pt x="4083470" y="1364891"/>
                  </a:lnTo>
                  <a:lnTo>
                    <a:pt x="4106781" y="1326035"/>
                  </a:lnTo>
                  <a:lnTo>
                    <a:pt x="4129408" y="1286748"/>
                  </a:lnTo>
                  <a:lnTo>
                    <a:pt x="4151342" y="1247039"/>
                  </a:lnTo>
                  <a:lnTo>
                    <a:pt x="4172576" y="1206916"/>
                  </a:lnTo>
                  <a:lnTo>
                    <a:pt x="4193104" y="1166388"/>
                  </a:lnTo>
                  <a:lnTo>
                    <a:pt x="4212916" y="1125465"/>
                  </a:lnTo>
                  <a:lnTo>
                    <a:pt x="4232007" y="1084156"/>
                  </a:lnTo>
                  <a:lnTo>
                    <a:pt x="4250368" y="1042468"/>
                  </a:lnTo>
                  <a:lnTo>
                    <a:pt x="4267993" y="1000412"/>
                  </a:lnTo>
                  <a:lnTo>
                    <a:pt x="4284873" y="957997"/>
                  </a:lnTo>
                  <a:lnTo>
                    <a:pt x="4301002" y="915230"/>
                  </a:lnTo>
                  <a:lnTo>
                    <a:pt x="4316372" y="872122"/>
                  </a:lnTo>
                  <a:lnTo>
                    <a:pt x="4330976" y="828680"/>
                  </a:lnTo>
                  <a:lnTo>
                    <a:pt x="4344805" y="784915"/>
                  </a:lnTo>
                  <a:lnTo>
                    <a:pt x="4357854" y="740834"/>
                  </a:lnTo>
                  <a:lnTo>
                    <a:pt x="4370114" y="696448"/>
                  </a:lnTo>
                  <a:lnTo>
                    <a:pt x="4381578" y="651764"/>
                  </a:lnTo>
                  <a:lnTo>
                    <a:pt x="4392238" y="606792"/>
                  </a:lnTo>
                  <a:lnTo>
                    <a:pt x="4402088" y="561541"/>
                  </a:lnTo>
                  <a:lnTo>
                    <a:pt x="4411119" y="516020"/>
                  </a:lnTo>
                  <a:lnTo>
                    <a:pt x="4419325" y="470237"/>
                  </a:lnTo>
                  <a:lnTo>
                    <a:pt x="4426698" y="424201"/>
                  </a:lnTo>
                  <a:lnTo>
                    <a:pt x="4433230" y="377923"/>
                  </a:lnTo>
                  <a:lnTo>
                    <a:pt x="4438915" y="331409"/>
                  </a:lnTo>
                  <a:lnTo>
                    <a:pt x="4443744" y="284670"/>
                  </a:lnTo>
                  <a:lnTo>
                    <a:pt x="4447710" y="237715"/>
                  </a:lnTo>
                  <a:lnTo>
                    <a:pt x="4450807" y="190551"/>
                  </a:lnTo>
                  <a:lnTo>
                    <a:pt x="4453026" y="143189"/>
                  </a:lnTo>
                  <a:lnTo>
                    <a:pt x="4454360" y="95637"/>
                  </a:lnTo>
                  <a:lnTo>
                    <a:pt x="4454802" y="0"/>
                  </a:lnTo>
                  <a:lnTo>
                    <a:pt x="5388765" y="0"/>
                  </a:lnTo>
                  <a:lnTo>
                    <a:pt x="5399365" y="49024"/>
                  </a:lnTo>
                  <a:lnTo>
                    <a:pt x="5410891" y="97658"/>
                  </a:lnTo>
                  <a:lnTo>
                    <a:pt x="5423333" y="145895"/>
                  </a:lnTo>
                  <a:lnTo>
                    <a:pt x="5436680" y="193725"/>
                  </a:lnTo>
                  <a:lnTo>
                    <a:pt x="5450921" y="241139"/>
                  </a:lnTo>
                  <a:lnTo>
                    <a:pt x="5466047" y="288130"/>
                  </a:lnTo>
                  <a:lnTo>
                    <a:pt x="5482047" y="334688"/>
                  </a:lnTo>
                  <a:lnTo>
                    <a:pt x="5498910" y="380804"/>
                  </a:lnTo>
                  <a:lnTo>
                    <a:pt x="5516626" y="426471"/>
                  </a:lnTo>
                  <a:lnTo>
                    <a:pt x="5535185" y="471679"/>
                  </a:lnTo>
                  <a:lnTo>
                    <a:pt x="5554576" y="516419"/>
                  </a:lnTo>
                  <a:lnTo>
                    <a:pt x="5574788" y="560684"/>
                  </a:lnTo>
                  <a:lnTo>
                    <a:pt x="5595812" y="604464"/>
                  </a:lnTo>
                  <a:lnTo>
                    <a:pt x="5617636" y="647751"/>
                  </a:lnTo>
                  <a:lnTo>
                    <a:pt x="5640251" y="690535"/>
                  </a:lnTo>
                  <a:lnTo>
                    <a:pt x="5663646" y="732810"/>
                  </a:lnTo>
                  <a:lnTo>
                    <a:pt x="5687810" y="774565"/>
                  </a:lnTo>
                  <a:lnTo>
                    <a:pt x="5712733" y="815792"/>
                  </a:lnTo>
                  <a:lnTo>
                    <a:pt x="5738405" y="856482"/>
                  </a:lnTo>
                  <a:lnTo>
                    <a:pt x="5764816" y="896628"/>
                  </a:lnTo>
                  <a:lnTo>
                    <a:pt x="5791954" y="936219"/>
                  </a:lnTo>
                  <a:lnTo>
                    <a:pt x="5819809" y="975248"/>
                  </a:lnTo>
                  <a:lnTo>
                    <a:pt x="5848371" y="1013706"/>
                  </a:lnTo>
                  <a:lnTo>
                    <a:pt x="5877630" y="1051584"/>
                  </a:lnTo>
                  <a:lnTo>
                    <a:pt x="5907574" y="1088873"/>
                  </a:lnTo>
                  <a:lnTo>
                    <a:pt x="5938195" y="1125566"/>
                  </a:lnTo>
                  <a:lnTo>
                    <a:pt x="5969480" y="1161652"/>
                  </a:lnTo>
                  <a:lnTo>
                    <a:pt x="6001420" y="1197124"/>
                  </a:lnTo>
                  <a:lnTo>
                    <a:pt x="6034005" y="1231973"/>
                  </a:lnTo>
                  <a:lnTo>
                    <a:pt x="6067223" y="1266190"/>
                  </a:lnTo>
                  <a:lnTo>
                    <a:pt x="6101065" y="1299767"/>
                  </a:lnTo>
                  <a:lnTo>
                    <a:pt x="6135520" y="1332695"/>
                  </a:lnTo>
                  <a:lnTo>
                    <a:pt x="6170577" y="1364965"/>
                  </a:lnTo>
                  <a:lnTo>
                    <a:pt x="6206226" y="1396568"/>
                  </a:lnTo>
                  <a:lnTo>
                    <a:pt x="6242458" y="1427497"/>
                  </a:lnTo>
                  <a:lnTo>
                    <a:pt x="6279260" y="1457742"/>
                  </a:lnTo>
                  <a:lnTo>
                    <a:pt x="6316623" y="1487294"/>
                  </a:lnTo>
                  <a:lnTo>
                    <a:pt x="6354537" y="1516145"/>
                  </a:lnTo>
                  <a:lnTo>
                    <a:pt x="6392991" y="1544287"/>
                  </a:lnTo>
                  <a:lnTo>
                    <a:pt x="6431974" y="1571711"/>
                  </a:lnTo>
                  <a:lnTo>
                    <a:pt x="6471476" y="1598407"/>
                  </a:lnTo>
                  <a:lnTo>
                    <a:pt x="6511487" y="1624368"/>
                  </a:lnTo>
                  <a:lnTo>
                    <a:pt x="6551996" y="1649584"/>
                  </a:lnTo>
                  <a:lnTo>
                    <a:pt x="6592993" y="1674048"/>
                  </a:lnTo>
                  <a:lnTo>
                    <a:pt x="6634467" y="1697750"/>
                  </a:lnTo>
                  <a:lnTo>
                    <a:pt x="6676408" y="1720682"/>
                  </a:lnTo>
                  <a:lnTo>
                    <a:pt x="6718806" y="1742834"/>
                  </a:lnTo>
                  <a:lnTo>
                    <a:pt x="6761650" y="1764199"/>
                  </a:lnTo>
                  <a:lnTo>
                    <a:pt x="6804929" y="1784768"/>
                  </a:lnTo>
                  <a:lnTo>
                    <a:pt x="6848634" y="1804533"/>
                  </a:lnTo>
                  <a:lnTo>
                    <a:pt x="6892753" y="1823483"/>
                  </a:lnTo>
                  <a:lnTo>
                    <a:pt x="6937277" y="1841611"/>
                  </a:lnTo>
                  <a:lnTo>
                    <a:pt x="6982194" y="1858909"/>
                  </a:lnTo>
                  <a:lnTo>
                    <a:pt x="7027495" y="1875367"/>
                  </a:lnTo>
                  <a:lnTo>
                    <a:pt x="7073169" y="1890977"/>
                  </a:lnTo>
                  <a:lnTo>
                    <a:pt x="7119206" y="1905730"/>
                  </a:lnTo>
                  <a:lnTo>
                    <a:pt x="7165595" y="1919617"/>
                  </a:lnTo>
                  <a:lnTo>
                    <a:pt x="7212525" y="1932733"/>
                  </a:lnTo>
                  <a:lnTo>
                    <a:pt x="7259790" y="1944957"/>
                  </a:lnTo>
                  <a:lnTo>
                    <a:pt x="7307379" y="1956279"/>
                  </a:lnTo>
                  <a:lnTo>
                    <a:pt x="7355283" y="1966691"/>
                  </a:lnTo>
                  <a:lnTo>
                    <a:pt x="7403490" y="1976184"/>
                  </a:lnTo>
                  <a:lnTo>
                    <a:pt x="7451991" y="1984748"/>
                  </a:lnTo>
                  <a:lnTo>
                    <a:pt x="7500774" y="1992375"/>
                  </a:lnTo>
                  <a:lnTo>
                    <a:pt x="7549830" y="1999056"/>
                  </a:lnTo>
                  <a:lnTo>
                    <a:pt x="7599149" y="2004781"/>
                  </a:lnTo>
                  <a:lnTo>
                    <a:pt x="7648718" y="2009543"/>
                  </a:lnTo>
                  <a:lnTo>
                    <a:pt x="7698529" y="2013331"/>
                  </a:lnTo>
                  <a:lnTo>
                    <a:pt x="7748571" y="2016138"/>
                  </a:lnTo>
                  <a:lnTo>
                    <a:pt x="7798833" y="2017954"/>
                  </a:lnTo>
                  <a:lnTo>
                    <a:pt x="7849304" y="2018770"/>
                  </a:lnTo>
                  <a:lnTo>
                    <a:pt x="7899976" y="2018577"/>
                  </a:lnTo>
                  <a:lnTo>
                    <a:pt x="7950836" y="2017366"/>
                  </a:lnTo>
                  <a:lnTo>
                    <a:pt x="8001875" y="2015129"/>
                  </a:lnTo>
                  <a:lnTo>
                    <a:pt x="8053081" y="2011856"/>
                  </a:lnTo>
                  <a:lnTo>
                    <a:pt x="8104446" y="2007539"/>
                  </a:lnTo>
                  <a:lnTo>
                    <a:pt x="8155798" y="2002197"/>
                  </a:lnTo>
                  <a:lnTo>
                    <a:pt x="8206797" y="1995857"/>
                  </a:lnTo>
                  <a:lnTo>
                    <a:pt x="8257435" y="1988531"/>
                  </a:lnTo>
                  <a:lnTo>
                    <a:pt x="8307703" y="1980229"/>
                  </a:lnTo>
                  <a:lnTo>
                    <a:pt x="8357595" y="1970961"/>
                  </a:lnTo>
                  <a:lnTo>
                    <a:pt x="8407103" y="1960740"/>
                  </a:lnTo>
                  <a:lnTo>
                    <a:pt x="8456218" y="1949575"/>
                  </a:lnTo>
                  <a:lnTo>
                    <a:pt x="8504932" y="1937478"/>
                  </a:lnTo>
                  <a:lnTo>
                    <a:pt x="8553238" y="1924459"/>
                  </a:lnTo>
                  <a:lnTo>
                    <a:pt x="8601128" y="1910530"/>
                  </a:lnTo>
                  <a:lnTo>
                    <a:pt x="8648593" y="1895701"/>
                  </a:lnTo>
                  <a:lnTo>
                    <a:pt x="8695627" y="1879983"/>
                  </a:lnTo>
                  <a:lnTo>
                    <a:pt x="8742221" y="1863387"/>
                  </a:lnTo>
                  <a:lnTo>
                    <a:pt x="8788367" y="1845925"/>
                  </a:lnTo>
                  <a:lnTo>
                    <a:pt x="8834058" y="1827606"/>
                  </a:lnTo>
                  <a:lnTo>
                    <a:pt x="8880913" y="1807768"/>
                  </a:lnTo>
                  <a:lnTo>
                    <a:pt x="8927256" y="1787029"/>
                  </a:lnTo>
                  <a:lnTo>
                    <a:pt x="8973074" y="1765402"/>
                  </a:lnTo>
                  <a:lnTo>
                    <a:pt x="9018359" y="1742897"/>
                  </a:lnTo>
                  <a:lnTo>
                    <a:pt x="9063100" y="1719527"/>
                  </a:lnTo>
                  <a:lnTo>
                    <a:pt x="9107288" y="1695304"/>
                  </a:lnTo>
                  <a:lnTo>
                    <a:pt x="9150912" y="1670240"/>
                  </a:lnTo>
                  <a:lnTo>
                    <a:pt x="9193963" y="1644346"/>
                  </a:lnTo>
                  <a:lnTo>
                    <a:pt x="9236430" y="1617634"/>
                  </a:lnTo>
                  <a:lnTo>
                    <a:pt x="9278304" y="1590118"/>
                  </a:lnTo>
                  <a:lnTo>
                    <a:pt x="9319575" y="1561807"/>
                  </a:lnTo>
                  <a:lnTo>
                    <a:pt x="9360233" y="1532715"/>
                  </a:lnTo>
                  <a:lnTo>
                    <a:pt x="9400268" y="1502853"/>
                  </a:lnTo>
                  <a:lnTo>
                    <a:pt x="9439669" y="1472233"/>
                  </a:lnTo>
                  <a:lnTo>
                    <a:pt x="9478427" y="1440867"/>
                  </a:lnTo>
                  <a:lnTo>
                    <a:pt x="9516533" y="1408766"/>
                  </a:lnTo>
                  <a:lnTo>
                    <a:pt x="9553975" y="1375944"/>
                  </a:lnTo>
                  <a:lnTo>
                    <a:pt x="9590745" y="1342411"/>
                  </a:lnTo>
                  <a:lnTo>
                    <a:pt x="9626831" y="1308180"/>
                  </a:lnTo>
                  <a:lnTo>
                    <a:pt x="9662225" y="1273263"/>
                  </a:lnTo>
                  <a:lnTo>
                    <a:pt x="9696916" y="1237670"/>
                  </a:lnTo>
                  <a:lnTo>
                    <a:pt x="9730895" y="1201416"/>
                  </a:lnTo>
                  <a:lnTo>
                    <a:pt x="9764151" y="1164510"/>
                  </a:lnTo>
                  <a:lnTo>
                    <a:pt x="9796674" y="1126966"/>
                  </a:lnTo>
                  <a:lnTo>
                    <a:pt x="9828455" y="1088794"/>
                  </a:lnTo>
                  <a:lnTo>
                    <a:pt x="9859931" y="1049504"/>
                  </a:lnTo>
                  <a:lnTo>
                    <a:pt x="9890627" y="1009593"/>
                  </a:lnTo>
                  <a:lnTo>
                    <a:pt x="9920531" y="969076"/>
                  </a:lnTo>
                  <a:lnTo>
                    <a:pt x="9949634" y="927965"/>
                  </a:lnTo>
                  <a:lnTo>
                    <a:pt x="9977926" y="886271"/>
                  </a:lnTo>
                  <a:lnTo>
                    <a:pt x="10005395" y="844007"/>
                  </a:lnTo>
                  <a:lnTo>
                    <a:pt x="10032032" y="801186"/>
                  </a:lnTo>
                  <a:lnTo>
                    <a:pt x="10057826" y="757821"/>
                  </a:lnTo>
                  <a:lnTo>
                    <a:pt x="10082767" y="713922"/>
                  </a:lnTo>
                  <a:lnTo>
                    <a:pt x="10106844" y="669504"/>
                  </a:lnTo>
                  <a:lnTo>
                    <a:pt x="10130048" y="624578"/>
                  </a:lnTo>
                  <a:lnTo>
                    <a:pt x="10152368" y="579157"/>
                  </a:lnTo>
                  <a:lnTo>
                    <a:pt x="10173792" y="533253"/>
                  </a:lnTo>
                  <a:lnTo>
                    <a:pt x="10194312" y="486879"/>
                  </a:lnTo>
                  <a:lnTo>
                    <a:pt x="10213917" y="440046"/>
                  </a:lnTo>
                  <a:lnTo>
                    <a:pt x="10232596" y="392769"/>
                  </a:lnTo>
                  <a:lnTo>
                    <a:pt x="10250339" y="345058"/>
                  </a:lnTo>
                  <a:lnTo>
                    <a:pt x="10267136" y="296927"/>
                  </a:lnTo>
                  <a:lnTo>
                    <a:pt x="10282976" y="248387"/>
                  </a:lnTo>
                  <a:lnTo>
                    <a:pt x="10297849" y="199451"/>
                  </a:lnTo>
                  <a:lnTo>
                    <a:pt x="10311745" y="150133"/>
                  </a:lnTo>
                  <a:lnTo>
                    <a:pt x="10324653" y="100443"/>
                  </a:lnTo>
                  <a:lnTo>
                    <a:pt x="10336563" y="50395"/>
                  </a:lnTo>
                  <a:lnTo>
                    <a:pt x="10347465" y="0"/>
                  </a:lnTo>
                  <a:lnTo>
                    <a:pt x="11080143" y="0"/>
                  </a:lnTo>
                  <a:lnTo>
                    <a:pt x="11096092" y="2027234"/>
                  </a:lnTo>
                  <a:close/>
                </a:path>
                <a:path w="11096625" h="2027554">
                  <a:moveTo>
                    <a:pt x="4454802" y="0"/>
                  </a:moveTo>
                  <a:lnTo>
                    <a:pt x="4454802" y="47904"/>
                  </a:lnTo>
                  <a:lnTo>
                    <a:pt x="4454344" y="0"/>
                  </a:lnTo>
                  <a:lnTo>
                    <a:pt x="4454802" y="0"/>
                  </a:lnTo>
                  <a:close/>
                </a:path>
                <a:path w="11096625" h="2027554">
                  <a:moveTo>
                    <a:pt x="349468" y="2027234"/>
                  </a:moveTo>
                  <a:lnTo>
                    <a:pt x="0" y="2027234"/>
                  </a:lnTo>
                  <a:lnTo>
                    <a:pt x="0" y="1690612"/>
                  </a:lnTo>
                  <a:lnTo>
                    <a:pt x="31326" y="1726499"/>
                  </a:lnTo>
                  <a:lnTo>
                    <a:pt x="63304" y="1761772"/>
                  </a:lnTo>
                  <a:lnTo>
                    <a:pt x="95922" y="1796423"/>
                  </a:lnTo>
                  <a:lnTo>
                    <a:pt x="129171" y="1830443"/>
                  </a:lnTo>
                  <a:lnTo>
                    <a:pt x="163040" y="1863823"/>
                  </a:lnTo>
                  <a:lnTo>
                    <a:pt x="197519" y="1896555"/>
                  </a:lnTo>
                  <a:lnTo>
                    <a:pt x="232596" y="1928631"/>
                  </a:lnTo>
                  <a:lnTo>
                    <a:pt x="268263" y="1960041"/>
                  </a:lnTo>
                  <a:lnTo>
                    <a:pt x="304507" y="1990778"/>
                  </a:lnTo>
                  <a:lnTo>
                    <a:pt x="341320" y="2020832"/>
                  </a:lnTo>
                  <a:lnTo>
                    <a:pt x="349468" y="2027234"/>
                  </a:lnTo>
                  <a:close/>
                </a:path>
              </a:pathLst>
            </a:custGeom>
            <a:solidFill>
              <a:srgbClr val="BD41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89705" y="8244089"/>
              <a:ext cx="9874250" cy="2043430"/>
            </a:xfrm>
            <a:custGeom>
              <a:avLst/>
              <a:gdLst/>
              <a:ahLst/>
              <a:cxnLst/>
              <a:rect l="l" t="t" r="r" b="b"/>
              <a:pathLst>
                <a:path w="9874250" h="2043429">
                  <a:moveTo>
                    <a:pt x="9873779" y="1126620"/>
                  </a:moveTo>
                  <a:lnTo>
                    <a:pt x="9873779" y="2042909"/>
                  </a:lnTo>
                  <a:lnTo>
                    <a:pt x="2811713" y="2042909"/>
                  </a:lnTo>
                  <a:lnTo>
                    <a:pt x="2491108" y="15676"/>
                  </a:lnTo>
                  <a:lnTo>
                    <a:pt x="3914889" y="15676"/>
                  </a:lnTo>
                  <a:lnTo>
                    <a:pt x="3914889" y="134"/>
                  </a:lnTo>
                  <a:lnTo>
                    <a:pt x="3954418" y="15675"/>
                  </a:lnTo>
                  <a:lnTo>
                    <a:pt x="5544159" y="650209"/>
                  </a:lnTo>
                  <a:lnTo>
                    <a:pt x="7133902" y="15675"/>
                  </a:lnTo>
                  <a:lnTo>
                    <a:pt x="8876314" y="15675"/>
                  </a:lnTo>
                  <a:lnTo>
                    <a:pt x="9294793" y="1458200"/>
                  </a:lnTo>
                  <a:lnTo>
                    <a:pt x="9873779" y="1126620"/>
                  </a:lnTo>
                  <a:close/>
                </a:path>
                <a:path w="9874250" h="2043429">
                  <a:moveTo>
                    <a:pt x="3914889" y="134"/>
                  </a:moveTo>
                  <a:lnTo>
                    <a:pt x="3914889" y="15676"/>
                  </a:lnTo>
                  <a:lnTo>
                    <a:pt x="3914548" y="0"/>
                  </a:lnTo>
                  <a:lnTo>
                    <a:pt x="3914889" y="134"/>
                  </a:lnTo>
                  <a:close/>
                </a:path>
                <a:path w="9874250" h="2043429">
                  <a:moveTo>
                    <a:pt x="2421329" y="2042909"/>
                  </a:moveTo>
                  <a:lnTo>
                    <a:pt x="387" y="2042909"/>
                  </a:lnTo>
                  <a:lnTo>
                    <a:pt x="0" y="1400608"/>
                  </a:lnTo>
                  <a:lnTo>
                    <a:pt x="2421329" y="2042909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7066" y="8258743"/>
              <a:ext cx="15558420" cy="20282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33308" y="8245302"/>
              <a:ext cx="17355185" cy="19050"/>
            </a:xfrm>
            <a:custGeom>
              <a:avLst/>
              <a:gdLst/>
              <a:ahLst/>
              <a:cxnLst/>
              <a:rect l="l" t="t" r="r" b="b"/>
              <a:pathLst>
                <a:path w="17355185" h="19050">
                  <a:moveTo>
                    <a:pt x="0" y="19049"/>
                  </a:moveTo>
                  <a:lnTo>
                    <a:pt x="17354690" y="19049"/>
                  </a:lnTo>
                  <a:lnTo>
                    <a:pt x="17354690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354549" y="0"/>
              <a:ext cx="933450" cy="10287000"/>
            </a:xfrm>
            <a:custGeom>
              <a:avLst/>
              <a:gdLst/>
              <a:ahLst/>
              <a:cxnLst/>
              <a:rect l="l" t="t" r="r" b="b"/>
              <a:pathLst>
                <a:path w="933450" h="10287000">
                  <a:moveTo>
                    <a:pt x="933450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933450" y="0"/>
                  </a:lnTo>
                  <a:lnTo>
                    <a:pt x="933450" y="10287000"/>
                  </a:lnTo>
                  <a:close/>
                </a:path>
              </a:pathLst>
            </a:custGeom>
            <a:solidFill>
              <a:srgbClr val="464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33450" cy="10287000"/>
            </a:xfrm>
            <a:custGeom>
              <a:avLst/>
              <a:gdLst/>
              <a:ahLst/>
              <a:cxnLst/>
              <a:rect l="l" t="t" r="r" b="b"/>
              <a:pathLst>
                <a:path w="933450" h="10287000">
                  <a:moveTo>
                    <a:pt x="0" y="10287000"/>
                  </a:moveTo>
                  <a:lnTo>
                    <a:pt x="0" y="0"/>
                  </a:lnTo>
                  <a:lnTo>
                    <a:pt x="933308" y="0"/>
                  </a:lnTo>
                  <a:lnTo>
                    <a:pt x="933308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995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3308" y="0"/>
              <a:ext cx="0" cy="10287000"/>
            </a:xfrm>
            <a:custGeom>
              <a:avLst/>
              <a:gdLst/>
              <a:ahLst/>
              <a:cxnLst/>
              <a:rect l="l" t="t" r="r" b="b"/>
              <a:pathLst>
                <a:path h="10287000">
                  <a:moveTo>
                    <a:pt x="0" y="0"/>
                  </a:moveTo>
                  <a:lnTo>
                    <a:pt x="0" y="10286999"/>
                  </a:lnTo>
                </a:path>
              </a:pathLst>
            </a:custGeom>
            <a:ln w="38099">
              <a:solidFill>
                <a:srgbClr val="4648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129</Words>
  <Application>Microsoft Office PowerPoint</Application>
  <PresentationFormat>Custom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Lucida Sans Unicode</vt:lpstr>
      <vt:lpstr>Tahoma</vt:lpstr>
      <vt:lpstr>Times New Roman</vt:lpstr>
      <vt:lpstr>Verdana</vt:lpstr>
      <vt:lpstr>Office Theme</vt:lpstr>
      <vt:lpstr>PowerPoint Presentation</vt:lpstr>
      <vt:lpstr>Problem Statement and  Justification</vt:lpstr>
      <vt:lpstr>PowerPoint Presentation</vt:lpstr>
      <vt:lpstr>PowerPoint Presentation</vt:lpstr>
      <vt:lpstr>PowerPoint Presentation</vt:lpstr>
      <vt:lpstr>PowerPoint Presentation</vt:lpstr>
      <vt:lpstr>Antenna parameters based on the simulation of</vt:lpstr>
      <vt:lpstr>PowerPoint Presentation</vt:lpstr>
      <vt:lpstr>Flow Charts</vt:lpstr>
      <vt:lpstr>Tasks Ahead</vt:lpstr>
      <vt:lpstr>Thank 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Steerable Antenna For Rocket Monitoring System</dc:title>
  <dc:creator>Amos Korir</dc:creator>
  <cp:keywords>DAGOgtU3gOc,BAGJN_vspAQ</cp:keywords>
  <cp:lastModifiedBy>Erick Paul</cp:lastModifiedBy>
  <cp:revision>1</cp:revision>
  <dcterms:created xsi:type="dcterms:W3CDTF">2024-10-18T10:40:01Z</dcterms:created>
  <dcterms:modified xsi:type="dcterms:W3CDTF">2025-06-12T12:43:55Z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2024-10-18T00:00:00Z</vt:filetime>
  </property>
  <property fmtid="{D5CDD505-2E9C-101B-9397-08002B2CF9AE}" pid="3" name="Creator">
    <vt:lpwstr>Canva</vt:lpwstr>
  </property>
  <property fmtid="{D5CDD505-2E9C-101B-9397-08002B2CF9AE}" pid="4" name="LastSaved">
    <vt:filetime>2024-10-18T00:00:00Z</vt:filetime>
  </property>
</Properties>
</file>