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7" r:id="rId11"/>
  </p:sldIdLst>
  <p:sldSz cx="9144000" cy="5143500" type="screen16x9"/>
  <p:notesSz cx="6858000" cy="9144000"/>
  <p:embeddedFontLst>
    <p:embeddedFont>
      <p:font typeface="Montserrat" panose="020B0604020202020204" charset="0"/>
      <p:regular r:id="rId13"/>
      <p:bold r:id="rId14"/>
      <p:italic r:id="rId15"/>
      <p:boldItalic r:id="rId16"/>
    </p:embeddedFont>
    <p:embeddedFont>
      <p:font typeface="Lato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94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ff47cb264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eff47cb264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026d55cda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f026d55cda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f026d55cda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f026d55cda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eff47cb264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eff47cb264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eff47cb264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eff47cb264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eff47cb264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eff47cb264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eff47cb26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eff47cb26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f00bbb08b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f00bbb08b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eff47cb264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eff47cb264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515151"/>
            </a:gs>
            <a:gs pos="100000">
              <a:srgbClr val="101010"/>
            </a:gs>
          </a:gsLst>
          <a:lin ang="5400012" scaled="0"/>
        </a:gra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098800" y="1371600"/>
            <a:ext cx="5651400" cy="178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 dirty="0"/>
              <a:t>N4 SOLID TEAM </a:t>
            </a:r>
            <a:endParaRPr sz="4300"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WEEK </a:t>
            </a:r>
            <a:r>
              <a:rPr lang="en" sz="3000" dirty="0" smtClean="0"/>
              <a:t>1 </a:t>
            </a:r>
            <a:r>
              <a:rPr lang="en" sz="3000" dirty="0"/>
              <a:t>REPORT</a:t>
            </a:r>
            <a:endParaRPr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ACHIEVEMENTS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dirty="0" smtClean="0"/>
              <a:t>Introduction and Orientation of new members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dirty="0" smtClean="0"/>
              <a:t>Planning of the next static test</a:t>
            </a: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US" dirty="0" smtClean="0"/>
              <a:t>Fabrication of liner</a:t>
            </a:r>
            <a:endParaRPr dirty="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 dirty="0" smtClean="0"/>
              <a:t>Preparation of Specimen for tensile strength test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dirty="0" smtClean="0"/>
              <a:t>1. Introduction and Orientation of new members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1158240" y="1048512"/>
            <a:ext cx="74858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- A brief overview of the solid propulsion team was done and new members were familiarized with the team’s workflow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- New roles were assigned to different members to ensure efficiency and accountability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497419"/>
              </p:ext>
            </p:extLst>
          </p:nvPr>
        </p:nvGraphicFramePr>
        <p:xfrm>
          <a:off x="1487424" y="902207"/>
          <a:ext cx="6364224" cy="3389376"/>
        </p:xfrm>
        <a:graphic>
          <a:graphicData uri="http://schemas.openxmlformats.org/drawingml/2006/table">
            <a:tbl>
              <a:tblPr/>
              <a:tblGrid>
                <a:gridCol w="3142964">
                  <a:extLst>
                    <a:ext uri="{9D8B030D-6E8A-4147-A177-3AD203B41FA5}">
                      <a16:colId xmlns:a16="http://schemas.microsoft.com/office/drawing/2014/main" val="92334572"/>
                    </a:ext>
                  </a:extLst>
                </a:gridCol>
                <a:gridCol w="3221260">
                  <a:extLst>
                    <a:ext uri="{9D8B030D-6E8A-4147-A177-3AD203B41FA5}">
                      <a16:colId xmlns:a16="http://schemas.microsoft.com/office/drawing/2014/main" val="860650826"/>
                    </a:ext>
                  </a:extLst>
                </a:gridCol>
              </a:tblGrid>
              <a:tr h="423672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Team member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Lato" panose="020B0604020202020204" charset="0"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Role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Lato" panose="020B0604020202020204" charset="0"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720945"/>
                  </a:ext>
                </a:extLst>
              </a:tr>
              <a:tr h="423672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Nephat 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Gakuya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Lato" panose="020B0604020202020204" charset="0"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Team leader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Lato" panose="020B0604020202020204" charset="0"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865299"/>
                  </a:ext>
                </a:extLst>
              </a:tr>
              <a:tr h="423672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Franklin 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Lato" panose="020B0604020202020204" charset="0"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Ignition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Lato" panose="020B0604020202020204" charset="0"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670082"/>
                  </a:ext>
                </a:extLst>
              </a:tr>
              <a:tr h="423672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Collins 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Kinyua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Lato" panose="020B0604020202020204" charset="0"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Ignition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Lato" panose="020B0604020202020204" charset="0"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8104343"/>
                  </a:ext>
                </a:extLst>
              </a:tr>
              <a:tr h="423672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Lenet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Lato" panose="020B0604020202020204" charset="0"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Log activities and pictures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Lato" panose="020B0604020202020204" charset="0"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169232"/>
                  </a:ext>
                </a:extLst>
              </a:tr>
              <a:tr h="423672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Nelly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Lato" panose="020B0604020202020204" charset="0"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Purchasing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Lato" panose="020B0604020202020204" charset="0"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6831018"/>
                  </a:ext>
                </a:extLst>
              </a:tr>
              <a:tr h="423672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Ryan Wamburu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Lato" panose="020B0604020202020204" charset="0"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Documentation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Lato" panose="020B0604020202020204" charset="0"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7351486"/>
                  </a:ext>
                </a:extLst>
              </a:tr>
              <a:tr h="423672"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b="0" i="0" u="none" strike="noStrike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Brian Ikiara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Lato" panose="020B0604020202020204" charset="0"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Lato" panose="020B0604020202020204" charset="0"/>
                        </a:rPr>
                        <a:t>Inventory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Lato" panose="020B0604020202020204" charset="0"/>
                      </a:endParaRPr>
                    </a:p>
                  </a:txBody>
                  <a:tcPr marL="63500" marR="63500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222959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48307" y="2122920"/>
            <a:ext cx="27115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>
            <a:spLocks noGrp="1"/>
          </p:cNvSpPr>
          <p:nvPr>
            <p:ph type="body" idx="1"/>
          </p:nvPr>
        </p:nvSpPr>
        <p:spPr>
          <a:xfrm>
            <a:off x="280900" y="717550"/>
            <a:ext cx="7924316" cy="40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 smtClean="0"/>
              <a:t>2. Planning of the next static test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 smtClean="0"/>
              <a:t>A detailed roadmap of our workflow was drafted and a timeline of when we were going to carry out the static test was discussed.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 smtClean="0"/>
              <a:t>SUMMARY OF THE TIMELINE: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 smtClean="0"/>
              <a:t>WEEK 1-2: Failure analysis,  Liner Fabrication and Component Fabrication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 smtClean="0"/>
              <a:t>WEEK 3: Grain cooking, Test stand refurbishment and Motor pre-assembly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 smtClean="0"/>
              <a:t>WEEK 4: Final motor assembly and Static test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3. Liner Fabrication</a:t>
            </a:r>
            <a:endParaRPr dirty="0"/>
          </a:p>
        </p:txBody>
      </p:sp>
      <p:sp>
        <p:nvSpPr>
          <p:cNvPr id="171" name="Google Shape;171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024700" cy="38202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950" y="1152475"/>
            <a:ext cx="4102567" cy="30769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00" y="1152475"/>
            <a:ext cx="4082076" cy="30615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flipH="1">
            <a:off x="311699" y="4229400"/>
            <a:ext cx="8607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Hardener and Epoxy mixed with a 1: 50 ratio                       Liner left to cure on the mandrel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" dirty="0" smtClean="0"/>
              <a:t>4. </a:t>
            </a:r>
            <a:r>
              <a:rPr lang="en-GB" dirty="0"/>
              <a:t>Preparation of Specimen for tensile strength test</a:t>
            </a:r>
            <a:br>
              <a:rPr lang="en-GB" dirty="0"/>
            </a:br>
            <a:r>
              <a:rPr lang="en" dirty="0" smtClean="0"/>
              <a:t> </a:t>
            </a:r>
            <a:endParaRPr dirty="0"/>
          </a:p>
        </p:txBody>
      </p:sp>
      <p:sp>
        <p:nvSpPr>
          <p:cNvPr id="181" name="Google Shape;181;p19"/>
          <p:cNvSpPr txBox="1">
            <a:spLocks noGrp="1"/>
          </p:cNvSpPr>
          <p:nvPr>
            <p:ph type="body" idx="1"/>
          </p:nvPr>
        </p:nvSpPr>
        <p:spPr>
          <a:xfrm>
            <a:off x="395150" y="1152475"/>
            <a:ext cx="7941300" cy="33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 smtClean="0"/>
              <a:t>A specimen based on ASTM standards was sketched for the tensile strength test which will be done during the second week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295" y="1723057"/>
            <a:ext cx="4681213" cy="30501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Encountered</a:t>
            </a:r>
            <a:endParaRPr/>
          </a:p>
        </p:txBody>
      </p:sp>
      <p:sp>
        <p:nvSpPr>
          <p:cNvPr id="211" name="Google Shape;211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4605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dirty="0"/>
          </a:p>
          <a:p>
            <a:pPr marL="146050" lvl="0" indent="0" algn="l" rtl="0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dirty="0" smtClean="0"/>
              <a:t>1. Delayed </a:t>
            </a:r>
            <a:r>
              <a:rPr lang="en" dirty="0" smtClean="0"/>
              <a:t>machining of bulk heads </a:t>
            </a:r>
            <a:r>
              <a:rPr lang="en" dirty="0" smtClean="0"/>
              <a:t>due </a:t>
            </a:r>
            <a:r>
              <a:rPr lang="en" dirty="0"/>
              <a:t>to </a:t>
            </a:r>
            <a:r>
              <a:rPr lang="en" dirty="0" smtClean="0"/>
              <a:t>workshop occupation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 smtClean="0"/>
              <a:t>-</a:t>
            </a:r>
            <a:r>
              <a:rPr lang="en" dirty="0" smtClean="0"/>
              <a:t>The workshop was in use by the internal attachment students</a:t>
            </a:r>
            <a:endParaRPr lang="en-US" dirty="0" smtClean="0"/>
          </a:p>
          <a:p>
            <a:pPr marL="146050" lvl="0" indent="0" algn="l" rtl="0">
              <a:spcBef>
                <a:spcPts val="1200"/>
              </a:spcBef>
              <a:spcAft>
                <a:spcPts val="0"/>
              </a:spcAft>
              <a:buSzPts val="1300"/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41416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THIS WEEK’S OBJECTIVES: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1.  Finalize the error analysis from previous static test</a:t>
            </a:r>
            <a:br>
              <a:rPr lang="en-US" dirty="0" smtClean="0"/>
            </a:br>
            <a:r>
              <a:rPr lang="en-US" dirty="0" smtClean="0"/>
              <a:t>2. Perform mechanical tests i.e. Tensile Strength test</a:t>
            </a:r>
            <a:br>
              <a:rPr lang="en-US" dirty="0" smtClean="0"/>
            </a:br>
            <a:r>
              <a:rPr lang="en-US" dirty="0" smtClean="0"/>
              <a:t>3. Machining of new bulk heads</a:t>
            </a:r>
            <a:br>
              <a:rPr lang="en-US" dirty="0" smtClean="0"/>
            </a:br>
            <a:r>
              <a:rPr lang="en-US" dirty="0" smtClean="0"/>
              <a:t>4. Grain cooking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>
            <a:spLocks noGrp="1"/>
          </p:cNvSpPr>
          <p:nvPr>
            <p:ph type="body" idx="1"/>
          </p:nvPr>
        </p:nvSpPr>
        <p:spPr>
          <a:xfrm>
            <a:off x="2321700" y="321450"/>
            <a:ext cx="4247400" cy="42474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 sz="2600"/>
          </a:p>
        </p:txBody>
      </p:sp>
      <p:pic>
        <p:nvPicPr>
          <p:cNvPr id="223" name="Google Shape;22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1725" y="321475"/>
            <a:ext cx="4247401" cy="4247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244</Words>
  <Application>Microsoft Office PowerPoint</Application>
  <PresentationFormat>On-screen Show (16:9)</PresentationFormat>
  <Paragraphs>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Montserrat</vt:lpstr>
      <vt:lpstr>Lato</vt:lpstr>
      <vt:lpstr>Focus</vt:lpstr>
      <vt:lpstr>N4 SOLID TEAM </vt:lpstr>
      <vt:lpstr>ACHIEVEMENTS</vt:lpstr>
      <vt:lpstr>1. Introduction and Orientation of new members</vt:lpstr>
      <vt:lpstr> </vt:lpstr>
      <vt:lpstr>PowerPoint Presentation</vt:lpstr>
      <vt:lpstr>3. Liner Fabrication</vt:lpstr>
      <vt:lpstr>4. Preparation of Specimen for tensile strength test  </vt:lpstr>
      <vt:lpstr>Challenges Encountered</vt:lpstr>
      <vt:lpstr>THIS WEEK’S OBJECTIVES:  1.  Finalize the error analysis from previous static test 2. Perform mechanical tests i.e. Tensile Strength test 3. Machining of new bulk heads 4. Grain cooking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N4 SOLID TEAM</dc:title>
  <dc:creator>Collins Ngash</dc:creator>
  <cp:lastModifiedBy>USER</cp:lastModifiedBy>
  <cp:revision>7</cp:revision>
  <dcterms:modified xsi:type="dcterms:W3CDTF">2025-06-09T05:40:59Z</dcterms:modified>
</cp:coreProperties>
</file>